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88" r:id="rId4"/>
  </p:sldMasterIdLst>
  <p:notesMasterIdLst>
    <p:notesMasterId r:id="rId38"/>
  </p:notesMasterIdLst>
  <p:sldIdLst>
    <p:sldId id="256" r:id="rId5"/>
    <p:sldId id="257" r:id="rId6"/>
    <p:sldId id="259" r:id="rId7"/>
    <p:sldId id="258" r:id="rId8"/>
    <p:sldId id="290" r:id="rId9"/>
    <p:sldId id="291" r:id="rId10"/>
    <p:sldId id="307" r:id="rId11"/>
    <p:sldId id="321" r:id="rId12"/>
    <p:sldId id="302" r:id="rId13"/>
    <p:sldId id="306" r:id="rId14"/>
    <p:sldId id="305" r:id="rId15"/>
    <p:sldId id="308" r:id="rId16"/>
    <p:sldId id="304" r:id="rId17"/>
    <p:sldId id="303" r:id="rId18"/>
    <p:sldId id="309" r:id="rId19"/>
    <p:sldId id="311" r:id="rId20"/>
    <p:sldId id="310" r:id="rId21"/>
    <p:sldId id="313" r:id="rId22"/>
    <p:sldId id="315" r:id="rId23"/>
    <p:sldId id="314" r:id="rId24"/>
    <p:sldId id="317" r:id="rId25"/>
    <p:sldId id="312" r:id="rId26"/>
    <p:sldId id="316" r:id="rId27"/>
    <p:sldId id="323" r:id="rId28"/>
    <p:sldId id="322" r:id="rId29"/>
    <p:sldId id="324" r:id="rId30"/>
    <p:sldId id="283" r:id="rId31"/>
    <p:sldId id="319" r:id="rId32"/>
    <p:sldId id="294" r:id="rId33"/>
    <p:sldId id="296" r:id="rId34"/>
    <p:sldId id="297" r:id="rId35"/>
    <p:sldId id="298" r:id="rId36"/>
    <p:sldId id="265" r:id="rId37"/>
  </p:sldIdLst>
  <p:sldSz cx="9144000" cy="5143500" type="screen16x9"/>
  <p:notesSz cx="6858000" cy="9144000"/>
  <p:embeddedFontLst>
    <p:embeddedFont>
      <p:font typeface="Abadi" panose="020B0604020104020204" pitchFamily="34" charset="0"/>
      <p:regular r:id="rId39"/>
    </p:embeddedFont>
    <p:embeddedFont>
      <p:font typeface="Abadi Extra Light" panose="020B0204020104020204" pitchFamily="34" charset="0"/>
      <p:regular r:id="rId40"/>
    </p:embeddedFont>
    <p:embeddedFont>
      <p:font typeface="Fira Sans" panose="020B0503050000020004" pitchFamily="34" charset="0"/>
      <p:regular r:id="rId41"/>
      <p:bold r:id="rId42"/>
      <p:italic r:id="rId43"/>
      <p:boldItalic r:id="rId44"/>
    </p:embeddedFont>
    <p:embeddedFont>
      <p:font typeface="Rockwell" panose="02060603020205020403" pitchFamily="18" charset="0"/>
      <p:regular r:id="rId45"/>
      <p:bold r:id="rId46"/>
      <p:italic r:id="rId47"/>
      <p:boldItalic r:id="rId48"/>
    </p:embeddedFont>
    <p:embeddedFont>
      <p:font typeface="Rockwell Condensed" panose="02060603050405020104" pitchFamily="18" charset="0"/>
      <p:regular r:id="rId49"/>
      <p:bold r:id="rId50"/>
    </p:embeddedFont>
    <p:embeddedFont>
      <p:font typeface="Rockwell Extra Bold" panose="02060903040505020403" pitchFamily="18" charset="0"/>
      <p:bold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003A"/>
    <a:srgbClr val="BD07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5" autoAdjust="0"/>
    <p:restoredTop sz="93856" autoAdjust="0"/>
  </p:normalViewPr>
  <p:slideViewPr>
    <p:cSldViewPr snapToGrid="0">
      <p:cViewPr varScale="1">
        <p:scale>
          <a:sx n="102" d="100"/>
          <a:sy n="102" d="100"/>
        </p:scale>
        <p:origin x="69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6.fntdata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4.xml"/><Relationship Id="rId51" Type="http://schemas.openxmlformats.org/officeDocument/2006/relationships/font" Target="fonts/font13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6.xml"/><Relationship Id="rId41" Type="http://schemas.openxmlformats.org/officeDocument/2006/relationships/font" Target="fonts/font3.fntdata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fcf4b03b4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8fcf4b03b4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8fcf4b03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8fcf4b03b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fcf4b03b4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fcf4b03b4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2840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2930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87970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9082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7539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941ce02eb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941ce02eb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941ce02eb3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941ce02eb3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4555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90c5462474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90c5462474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90626" y="1010210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90626" y="3224773"/>
            <a:ext cx="7667244" cy="60512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90626" y="1113584"/>
            <a:ext cx="7667244" cy="20574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7236911" y="3051692"/>
            <a:ext cx="810678" cy="810677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074167"/>
            <a:ext cx="7475220" cy="2276856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3291840"/>
            <a:ext cx="5918454" cy="802386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1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94550" y="3217001"/>
            <a:ext cx="895401" cy="480060"/>
          </a:xfrm>
        </p:spPr>
        <p:txBody>
          <a:bodyPr/>
          <a:lstStyle>
            <a:lvl1pPr>
              <a:defRPr sz="21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6553273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421515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688492"/>
            <a:ext cx="9144000" cy="1455008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918972"/>
            <a:ext cx="6960870" cy="264033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1" y="3765042"/>
            <a:ext cx="6789420" cy="800100"/>
          </a:xfrm>
        </p:spPr>
        <p:txBody>
          <a:bodyPr anchor="t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4704588"/>
            <a:ext cx="1983232" cy="273844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7031" y="4704588"/>
            <a:ext cx="4745736" cy="273844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673049" y="1744386"/>
            <a:ext cx="810678" cy="810677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2776" y="1879600"/>
            <a:ext cx="891224" cy="540249"/>
          </a:xfrm>
        </p:spPr>
        <p:txBody>
          <a:bodyPr/>
          <a:lstStyle>
            <a:lvl1pPr>
              <a:defRPr sz="21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7131788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2386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3168" y="1645920"/>
            <a:ext cx="3566160" cy="298323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6392443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02386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3168" y="1536192"/>
            <a:ext cx="3566160" cy="480060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3168" y="2057400"/>
            <a:ext cx="3566160" cy="246888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3280654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487712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487350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514350"/>
            <a:ext cx="5033772" cy="3765042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716839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51434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514350"/>
            <a:ext cx="2400300" cy="1303020"/>
          </a:xfrm>
        </p:spPr>
        <p:txBody>
          <a:bodyPr anchor="b">
            <a:normAutofit/>
          </a:bodyPr>
          <a:lstStyle>
            <a:lvl1pPr>
              <a:defRPr sz="24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51435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1817370"/>
            <a:ext cx="2400300" cy="24688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05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7/4/2024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01049860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005941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00050"/>
            <a:ext cx="1914525" cy="42291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400050"/>
            <a:ext cx="5629275" cy="42291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232763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7775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7/4/2024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544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0000"/>
        </a:lnSpc>
        <a:spcBef>
          <a:spcPts val="9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300"/>
        </a:spcBef>
        <a:spcAft>
          <a:spcPts val="15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Rectangle 1043">
            <a:extLst>
              <a:ext uri="{FF2B5EF4-FFF2-40B4-BE49-F238E27FC236}">
                <a16:creationId xmlns:a16="http://schemas.microsoft.com/office/drawing/2014/main" id="{0459C7A8-9F3A-4BFD-AB69-3F23A8D9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5715" y="0"/>
            <a:ext cx="915543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7C0FA09C-1B86-4BC1-8793-3DC3ECCC9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93025"/>
            <a:ext cx="9144000" cy="1957848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Google Shape;57;p15"/>
          <p:cNvSpPr txBox="1">
            <a:spLocks noGrp="1"/>
          </p:cNvSpPr>
          <p:nvPr>
            <p:ph type="ctrTitle"/>
          </p:nvPr>
        </p:nvSpPr>
        <p:spPr>
          <a:xfrm>
            <a:off x="271630" y="2951965"/>
            <a:ext cx="8712666" cy="1104168"/>
          </a:xfrm>
          <a:prstGeom prst="rect">
            <a:avLst/>
          </a:prstGeom>
        </p:spPr>
        <p:txBody>
          <a:bodyPr spcFirstLastPara="1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500" b="1" dirty="0"/>
              <a:t>Empresa siderúrgica del Perú </a:t>
            </a:r>
            <a:r>
              <a:rPr lang="es-419" sz="3500" b="1" dirty="0" err="1"/>
              <a:t>s.a.a</a:t>
            </a:r>
            <a:r>
              <a:rPr lang="es-419" sz="3500" b="1" dirty="0"/>
              <a:t>.</a:t>
            </a:r>
          </a:p>
        </p:txBody>
      </p:sp>
      <p:sp>
        <p:nvSpPr>
          <p:cNvPr id="58" name="Google Shape;58;p15"/>
          <p:cNvSpPr txBox="1">
            <a:spLocks noGrp="1"/>
          </p:cNvSpPr>
          <p:nvPr>
            <p:ph type="subTitle" idx="1"/>
          </p:nvPr>
        </p:nvSpPr>
        <p:spPr>
          <a:xfrm>
            <a:off x="361569" y="4007128"/>
            <a:ext cx="2122969" cy="1341149"/>
          </a:xfrm>
          <a:prstGeom prst="rect">
            <a:avLst/>
          </a:prstGeom>
        </p:spPr>
        <p:txBody>
          <a:bodyPr spcFirstLastPara="1" lIns="91425" tIns="91425" rIns="91425" bIns="91425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419" sz="1200" b="1" kern="100" dirty="0">
                <a:solidFill>
                  <a:srgbClr val="000000"/>
                </a:solidFill>
                <a:ea typeface="Times New Roman" panose="02020603050405020304" pitchFamily="18" charset="0"/>
                <a:cs typeface="Arial" panose="020B0604020202020204" pitchFamily="34" charset="0"/>
              </a:rPr>
              <a:t>Asignatura: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419" sz="1200" kern="1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Gerencia Financiera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s-419" sz="300" b="1" kern="100" dirty="0">
              <a:solidFill>
                <a:srgbClr val="000000"/>
              </a:solidFill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s-419" sz="1200" b="1" kern="1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Integrantes:</a:t>
            </a:r>
            <a:endParaRPr lang="es-419" sz="1200" kern="100" dirty="0">
              <a:effectLst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s-419" sz="1200" b="1" kern="100" dirty="0">
                <a:solidFill>
                  <a:srgbClr val="000000"/>
                </a:solidFill>
                <a:effectLst/>
                <a:latin typeface="Abadi Extra Light" panose="020F0502020204030204" pitchFamily="34" charset="0"/>
                <a:ea typeface="Times New Roman" panose="02020603050405020304" pitchFamily="18" charset="0"/>
                <a:cs typeface="Angsana New" panose="020B0502040204020203" pitchFamily="18" charset="-34"/>
              </a:rPr>
              <a:t>Caballero Reyes, Carlos Gabriel</a:t>
            </a:r>
            <a:r>
              <a:rPr lang="es-419" sz="1200" b="1" kern="100" dirty="0">
                <a:latin typeface="Abadi Extra Light" panose="020F0502020204030204" pitchFamily="34" charset="0"/>
                <a:ea typeface="Times New Roman" panose="02020603050405020304" pitchFamily="18" charset="0"/>
                <a:cs typeface="Angsana New" panose="020B0502040204020203" pitchFamily="18" charset="-34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s-419" sz="1200" b="1" kern="100" dirty="0">
              <a:latin typeface="Abadi Extra Light" panose="020F0502020204030204" pitchFamily="34" charset="0"/>
              <a:ea typeface="Times New Roman" panose="02020603050405020304" pitchFamily="18" charset="0"/>
              <a:cs typeface="Angsana New" panose="020B0502040204020203" pitchFamily="18" charset="-34"/>
            </a:endParaRPr>
          </a:p>
        </p:txBody>
      </p: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A560C308-AF88-4E6B-B601-74A5B889E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84192" y="3833622"/>
            <a:ext cx="810678" cy="810676"/>
            <a:chOff x="9685338" y="4460675"/>
            <a:chExt cx="1080904" cy="1080902"/>
          </a:xfrm>
        </p:grpSpPr>
        <p:sp>
          <p:nvSpPr>
            <p:cNvPr id="1049" name="Oval 1048">
              <a:extLst>
                <a:ext uri="{FF2B5EF4-FFF2-40B4-BE49-F238E27FC236}">
                  <a16:creationId xmlns:a16="http://schemas.microsoft.com/office/drawing/2014/main" id="{6C989C99-37FA-4068-B9DC-2E0199A20A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50" name="Oval 1049">
              <a:extLst>
                <a:ext uri="{FF2B5EF4-FFF2-40B4-BE49-F238E27FC236}">
                  <a16:creationId xmlns:a16="http://schemas.microsoft.com/office/drawing/2014/main" id="{57DA07CC-C857-4245-BE87-DBEDE8BC6A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030" name="Picture 6">
            <a:extLst>
              <a:ext uri="{FF2B5EF4-FFF2-40B4-BE49-F238E27FC236}">
                <a16:creationId xmlns:a16="http://schemas.microsoft.com/office/drawing/2014/main" id="{F096A148-1DFE-794B-2B5F-D9CD3C887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6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" y="5267"/>
            <a:ext cx="9145277" cy="337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9" name="Google Shape;59;p15"/>
          <p:cNvGrpSpPr/>
          <p:nvPr/>
        </p:nvGrpSpPr>
        <p:grpSpPr>
          <a:xfrm>
            <a:off x="855327" y="356100"/>
            <a:ext cx="2922275" cy="2588253"/>
            <a:chOff x="-1282981" y="380946"/>
            <a:chExt cx="6777765" cy="6003051"/>
          </a:xfrm>
        </p:grpSpPr>
        <p:grpSp>
          <p:nvGrpSpPr>
            <p:cNvPr id="60" name="Google Shape;60;p15"/>
            <p:cNvGrpSpPr/>
            <p:nvPr/>
          </p:nvGrpSpPr>
          <p:grpSpPr>
            <a:xfrm>
              <a:off x="-1282981" y="380946"/>
              <a:ext cx="6777765" cy="6003051"/>
              <a:chOff x="1672200" y="962800"/>
              <a:chExt cx="4248050" cy="3762725"/>
            </a:xfrm>
          </p:grpSpPr>
          <p:sp>
            <p:nvSpPr>
              <p:cNvPr id="61" name="Google Shape;61;p15"/>
              <p:cNvSpPr/>
              <p:nvPr/>
            </p:nvSpPr>
            <p:spPr>
              <a:xfrm>
                <a:off x="3100176" y="1064525"/>
                <a:ext cx="1376025" cy="1191725"/>
              </a:xfrm>
              <a:custGeom>
                <a:avLst/>
                <a:gdLst/>
                <a:ahLst/>
                <a:cxnLst/>
                <a:rect l="l" t="t" r="r" b="b"/>
                <a:pathLst>
                  <a:path w="55041" h="47669" extrusionOk="0">
                    <a:moveTo>
                      <a:pt x="13777" y="1"/>
                    </a:moveTo>
                    <a:lnTo>
                      <a:pt x="1" y="23851"/>
                    </a:lnTo>
                    <a:lnTo>
                      <a:pt x="13777" y="47668"/>
                    </a:lnTo>
                    <a:lnTo>
                      <a:pt x="41297" y="47668"/>
                    </a:lnTo>
                    <a:lnTo>
                      <a:pt x="55040" y="23851"/>
                    </a:lnTo>
                    <a:lnTo>
                      <a:pt x="41297" y="1"/>
                    </a:lnTo>
                    <a:close/>
                  </a:path>
                </a:pathLst>
              </a:custGeom>
              <a:solidFill>
                <a:srgbClr val="BD070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15"/>
              <p:cNvSpPr/>
              <p:nvPr/>
            </p:nvSpPr>
            <p:spPr>
              <a:xfrm>
                <a:off x="3253325" y="962800"/>
                <a:ext cx="1107475" cy="270225"/>
              </a:xfrm>
              <a:custGeom>
                <a:avLst/>
                <a:gdLst/>
                <a:ahLst/>
                <a:cxnLst/>
                <a:rect l="l" t="t" r="r" b="b"/>
                <a:pathLst>
                  <a:path w="44299" h="10809" fill="none" extrusionOk="0">
                    <a:moveTo>
                      <a:pt x="44299" y="10808"/>
                    </a:moveTo>
                    <a:lnTo>
                      <a:pt x="38061" y="0"/>
                    </a:lnTo>
                    <a:lnTo>
                      <a:pt x="5838" y="0"/>
                    </a:lnTo>
                    <a:lnTo>
                      <a:pt x="1" y="10141"/>
                    </a:lnTo>
                  </a:path>
                </a:pathLst>
              </a:custGeom>
              <a:noFill/>
              <a:ln w="7500" cap="rnd" cmpd="sng">
                <a:solidFill>
                  <a:schemeClr val="lt2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15"/>
              <p:cNvSpPr/>
              <p:nvPr/>
            </p:nvSpPr>
            <p:spPr>
              <a:xfrm>
                <a:off x="4351600" y="1022000"/>
                <a:ext cx="680525" cy="588775"/>
              </a:xfrm>
              <a:custGeom>
                <a:avLst/>
                <a:gdLst/>
                <a:ahLst/>
                <a:cxnLst/>
                <a:rect l="l" t="t" r="r" b="b"/>
                <a:pathLst>
                  <a:path w="27221" h="23551" extrusionOk="0">
                    <a:moveTo>
                      <a:pt x="6806" y="1"/>
                    </a:moveTo>
                    <a:lnTo>
                      <a:pt x="1" y="11776"/>
                    </a:lnTo>
                    <a:lnTo>
                      <a:pt x="6806" y="23551"/>
                    </a:lnTo>
                    <a:lnTo>
                      <a:pt x="20416" y="23551"/>
                    </a:lnTo>
                    <a:lnTo>
                      <a:pt x="27220" y="11776"/>
                    </a:lnTo>
                    <a:lnTo>
                      <a:pt x="2041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15"/>
              <p:cNvSpPr/>
              <p:nvPr/>
            </p:nvSpPr>
            <p:spPr>
              <a:xfrm>
                <a:off x="5239750" y="2557275"/>
                <a:ext cx="680500" cy="589600"/>
              </a:xfrm>
              <a:custGeom>
                <a:avLst/>
                <a:gdLst/>
                <a:ahLst/>
                <a:cxnLst/>
                <a:rect l="l" t="t" r="r" b="b"/>
                <a:pathLst>
                  <a:path w="27220" h="23584" extrusionOk="0">
                    <a:moveTo>
                      <a:pt x="6805" y="0"/>
                    </a:moveTo>
                    <a:lnTo>
                      <a:pt x="0" y="11809"/>
                    </a:lnTo>
                    <a:lnTo>
                      <a:pt x="6805" y="23584"/>
                    </a:lnTo>
                    <a:lnTo>
                      <a:pt x="20415" y="23584"/>
                    </a:lnTo>
                    <a:lnTo>
                      <a:pt x="27220" y="11809"/>
                    </a:lnTo>
                    <a:lnTo>
                      <a:pt x="2041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15"/>
              <p:cNvSpPr/>
              <p:nvPr/>
            </p:nvSpPr>
            <p:spPr>
              <a:xfrm>
                <a:off x="1672200" y="2557275"/>
                <a:ext cx="680500" cy="589600"/>
              </a:xfrm>
              <a:custGeom>
                <a:avLst/>
                <a:gdLst/>
                <a:ahLst/>
                <a:cxnLst/>
                <a:rect l="l" t="t" r="r" b="b"/>
                <a:pathLst>
                  <a:path w="27220" h="23584" extrusionOk="0">
                    <a:moveTo>
                      <a:pt x="6805" y="0"/>
                    </a:moveTo>
                    <a:lnTo>
                      <a:pt x="0" y="11809"/>
                    </a:lnTo>
                    <a:lnTo>
                      <a:pt x="6805" y="23584"/>
                    </a:lnTo>
                    <a:lnTo>
                      <a:pt x="20415" y="23584"/>
                    </a:lnTo>
                    <a:lnTo>
                      <a:pt x="27220" y="11809"/>
                    </a:lnTo>
                    <a:lnTo>
                      <a:pt x="2041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15"/>
              <p:cNvSpPr/>
              <p:nvPr/>
            </p:nvSpPr>
            <p:spPr>
              <a:xfrm>
                <a:off x="2572850" y="1022000"/>
                <a:ext cx="680500" cy="588775"/>
              </a:xfrm>
              <a:custGeom>
                <a:avLst/>
                <a:gdLst/>
                <a:ahLst/>
                <a:cxnLst/>
                <a:rect l="l" t="t" r="r" b="b"/>
                <a:pathLst>
                  <a:path w="27220" h="23551" extrusionOk="0">
                    <a:moveTo>
                      <a:pt x="6805" y="1"/>
                    </a:moveTo>
                    <a:lnTo>
                      <a:pt x="0" y="11776"/>
                    </a:lnTo>
                    <a:lnTo>
                      <a:pt x="6805" y="23551"/>
                    </a:lnTo>
                    <a:lnTo>
                      <a:pt x="20415" y="23551"/>
                    </a:lnTo>
                    <a:lnTo>
                      <a:pt x="27220" y="11776"/>
                    </a:lnTo>
                    <a:lnTo>
                      <a:pt x="2041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15"/>
              <p:cNvSpPr/>
              <p:nvPr/>
            </p:nvSpPr>
            <p:spPr>
              <a:xfrm>
                <a:off x="4351600" y="4116725"/>
                <a:ext cx="680525" cy="588775"/>
              </a:xfrm>
              <a:custGeom>
                <a:avLst/>
                <a:gdLst/>
                <a:ahLst/>
                <a:cxnLst/>
                <a:rect l="l" t="t" r="r" b="b"/>
                <a:pathLst>
                  <a:path w="27221" h="23551" extrusionOk="0">
                    <a:moveTo>
                      <a:pt x="6806" y="0"/>
                    </a:moveTo>
                    <a:lnTo>
                      <a:pt x="1" y="11775"/>
                    </a:lnTo>
                    <a:lnTo>
                      <a:pt x="6806" y="23551"/>
                    </a:lnTo>
                    <a:lnTo>
                      <a:pt x="20416" y="23551"/>
                    </a:lnTo>
                    <a:lnTo>
                      <a:pt x="27220" y="11775"/>
                    </a:lnTo>
                    <a:lnTo>
                      <a:pt x="204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15"/>
              <p:cNvSpPr/>
              <p:nvPr/>
            </p:nvSpPr>
            <p:spPr>
              <a:xfrm>
                <a:off x="2572850" y="4116725"/>
                <a:ext cx="680500" cy="588775"/>
              </a:xfrm>
              <a:custGeom>
                <a:avLst/>
                <a:gdLst/>
                <a:ahLst/>
                <a:cxnLst/>
                <a:rect l="l" t="t" r="r" b="b"/>
                <a:pathLst>
                  <a:path w="27220" h="23551" extrusionOk="0">
                    <a:moveTo>
                      <a:pt x="6805" y="0"/>
                    </a:moveTo>
                    <a:lnTo>
                      <a:pt x="0" y="11775"/>
                    </a:lnTo>
                    <a:lnTo>
                      <a:pt x="6805" y="23551"/>
                    </a:lnTo>
                    <a:lnTo>
                      <a:pt x="20415" y="23551"/>
                    </a:lnTo>
                    <a:lnTo>
                      <a:pt x="27220" y="11775"/>
                    </a:lnTo>
                    <a:lnTo>
                      <a:pt x="2041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15"/>
              <p:cNvSpPr/>
              <p:nvPr/>
            </p:nvSpPr>
            <p:spPr>
              <a:xfrm>
                <a:off x="4132600" y="1660800"/>
                <a:ext cx="1376000" cy="1191700"/>
              </a:xfrm>
              <a:custGeom>
                <a:avLst/>
                <a:gdLst/>
                <a:ahLst/>
                <a:cxnLst/>
                <a:rect l="l" t="t" r="r" b="b"/>
                <a:pathLst>
                  <a:path w="55040" h="47668" extrusionOk="0">
                    <a:moveTo>
                      <a:pt x="13743" y="0"/>
                    </a:moveTo>
                    <a:lnTo>
                      <a:pt x="0" y="23817"/>
                    </a:lnTo>
                    <a:lnTo>
                      <a:pt x="13743" y="47668"/>
                    </a:lnTo>
                    <a:lnTo>
                      <a:pt x="41263" y="47668"/>
                    </a:lnTo>
                    <a:lnTo>
                      <a:pt x="55039" y="23817"/>
                    </a:lnTo>
                    <a:lnTo>
                      <a:pt x="41263" y="0"/>
                    </a:lnTo>
                    <a:close/>
                  </a:path>
                </a:pathLst>
              </a:custGeom>
              <a:solidFill>
                <a:srgbClr val="BD070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15"/>
              <p:cNvSpPr/>
              <p:nvPr/>
            </p:nvSpPr>
            <p:spPr>
              <a:xfrm>
                <a:off x="4982050" y="1553225"/>
                <a:ext cx="663850" cy="948200"/>
              </a:xfrm>
              <a:custGeom>
                <a:avLst/>
                <a:gdLst/>
                <a:ahLst/>
                <a:cxnLst/>
                <a:rect l="l" t="t" r="r" b="b"/>
                <a:pathLst>
                  <a:path w="26554" h="37928" fill="none" extrusionOk="0">
                    <a:moveTo>
                      <a:pt x="20916" y="37927"/>
                    </a:moveTo>
                    <a:lnTo>
                      <a:pt x="26553" y="28120"/>
                    </a:lnTo>
                    <a:lnTo>
                      <a:pt x="10342" y="0"/>
                    </a:lnTo>
                    <a:lnTo>
                      <a:pt x="1" y="0"/>
                    </a:lnTo>
                  </a:path>
                </a:pathLst>
              </a:custGeom>
              <a:noFill/>
              <a:ln w="7500" cap="rnd" cmpd="sng">
                <a:solidFill>
                  <a:schemeClr val="accent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15"/>
              <p:cNvSpPr/>
              <p:nvPr/>
            </p:nvSpPr>
            <p:spPr>
              <a:xfrm>
                <a:off x="2068626" y="1660800"/>
                <a:ext cx="1376000" cy="1191700"/>
              </a:xfrm>
              <a:custGeom>
                <a:avLst/>
                <a:gdLst/>
                <a:ahLst/>
                <a:cxnLst/>
                <a:rect l="l" t="t" r="r" b="b"/>
                <a:pathLst>
                  <a:path w="55040" h="47668" extrusionOk="0">
                    <a:moveTo>
                      <a:pt x="13743" y="0"/>
                    </a:moveTo>
                    <a:lnTo>
                      <a:pt x="0" y="23817"/>
                    </a:lnTo>
                    <a:lnTo>
                      <a:pt x="13743" y="47668"/>
                    </a:lnTo>
                    <a:lnTo>
                      <a:pt x="41263" y="47668"/>
                    </a:lnTo>
                    <a:lnTo>
                      <a:pt x="55039" y="23817"/>
                    </a:lnTo>
                    <a:lnTo>
                      <a:pt x="41263" y="0"/>
                    </a:lnTo>
                    <a:close/>
                  </a:path>
                </a:pathLst>
              </a:custGeom>
              <a:solidFill>
                <a:srgbClr val="BD070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15"/>
              <p:cNvSpPr/>
              <p:nvPr/>
            </p:nvSpPr>
            <p:spPr>
              <a:xfrm>
                <a:off x="1974075" y="1566575"/>
                <a:ext cx="701375" cy="963200"/>
              </a:xfrm>
              <a:custGeom>
                <a:avLst/>
                <a:gdLst/>
                <a:ahLst/>
                <a:cxnLst/>
                <a:rect l="l" t="t" r="r" b="b"/>
                <a:pathLst>
                  <a:path w="28055" h="38528" fill="none" extrusionOk="0">
                    <a:moveTo>
                      <a:pt x="28054" y="0"/>
                    </a:moveTo>
                    <a:lnTo>
                      <a:pt x="15912" y="0"/>
                    </a:lnTo>
                    <a:lnTo>
                      <a:pt x="1" y="27586"/>
                    </a:lnTo>
                    <a:lnTo>
                      <a:pt x="6305" y="38528"/>
                    </a:lnTo>
                  </a:path>
                </a:pathLst>
              </a:custGeom>
              <a:noFill/>
              <a:ln w="7500" cap="rnd" cmpd="sng">
                <a:solidFill>
                  <a:schemeClr val="accent5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15"/>
              <p:cNvSpPr/>
              <p:nvPr/>
            </p:nvSpPr>
            <p:spPr>
              <a:xfrm>
                <a:off x="4146475" y="2852475"/>
                <a:ext cx="1376000" cy="1190875"/>
              </a:xfrm>
              <a:custGeom>
                <a:avLst/>
                <a:gdLst/>
                <a:ahLst/>
                <a:cxnLst/>
                <a:rect l="l" t="t" r="r" b="b"/>
                <a:pathLst>
                  <a:path w="55040" h="47635" extrusionOk="0">
                    <a:moveTo>
                      <a:pt x="13743" y="1"/>
                    </a:moveTo>
                    <a:lnTo>
                      <a:pt x="0" y="23818"/>
                    </a:lnTo>
                    <a:lnTo>
                      <a:pt x="13743" y="47635"/>
                    </a:lnTo>
                    <a:lnTo>
                      <a:pt x="41263" y="47635"/>
                    </a:lnTo>
                    <a:lnTo>
                      <a:pt x="55039" y="23818"/>
                    </a:lnTo>
                    <a:lnTo>
                      <a:pt x="41263" y="1"/>
                    </a:lnTo>
                    <a:close/>
                  </a:path>
                </a:pathLst>
              </a:custGeom>
              <a:solidFill>
                <a:srgbClr val="BD070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15"/>
              <p:cNvSpPr/>
              <p:nvPr/>
            </p:nvSpPr>
            <p:spPr>
              <a:xfrm>
                <a:off x="4947875" y="3201075"/>
                <a:ext cx="698025" cy="949875"/>
              </a:xfrm>
              <a:custGeom>
                <a:avLst/>
                <a:gdLst/>
                <a:ahLst/>
                <a:cxnLst/>
                <a:rect l="l" t="t" r="r" b="b"/>
                <a:pathLst>
                  <a:path w="27921" h="37995" fill="none" extrusionOk="0">
                    <a:moveTo>
                      <a:pt x="0" y="37994"/>
                    </a:moveTo>
                    <a:lnTo>
                      <a:pt x="11709" y="37994"/>
                    </a:lnTo>
                    <a:lnTo>
                      <a:pt x="27920" y="9874"/>
                    </a:lnTo>
                    <a:lnTo>
                      <a:pt x="22250" y="0"/>
                    </a:lnTo>
                  </a:path>
                </a:pathLst>
              </a:custGeom>
              <a:noFill/>
              <a:ln w="7500" cap="rnd" cmpd="sng">
                <a:solidFill>
                  <a:schemeClr val="accent2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15"/>
              <p:cNvSpPr/>
              <p:nvPr/>
            </p:nvSpPr>
            <p:spPr>
              <a:xfrm>
                <a:off x="2082500" y="2852475"/>
                <a:ext cx="1376000" cy="1190875"/>
              </a:xfrm>
              <a:custGeom>
                <a:avLst/>
                <a:gdLst/>
                <a:ahLst/>
                <a:cxnLst/>
                <a:rect l="l" t="t" r="r" b="b"/>
                <a:pathLst>
                  <a:path w="55040" h="47635" extrusionOk="0">
                    <a:moveTo>
                      <a:pt x="13743" y="1"/>
                    </a:moveTo>
                    <a:lnTo>
                      <a:pt x="0" y="23818"/>
                    </a:lnTo>
                    <a:lnTo>
                      <a:pt x="13743" y="47635"/>
                    </a:lnTo>
                    <a:lnTo>
                      <a:pt x="41263" y="47635"/>
                    </a:lnTo>
                    <a:lnTo>
                      <a:pt x="55039" y="23818"/>
                    </a:lnTo>
                    <a:lnTo>
                      <a:pt x="41263" y="1"/>
                    </a:lnTo>
                    <a:close/>
                  </a:path>
                </a:pathLst>
              </a:custGeom>
              <a:solidFill>
                <a:srgbClr val="BD070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15"/>
              <p:cNvSpPr/>
              <p:nvPr/>
            </p:nvSpPr>
            <p:spPr>
              <a:xfrm>
                <a:off x="1975750" y="3186050"/>
                <a:ext cx="699700" cy="949875"/>
              </a:xfrm>
              <a:custGeom>
                <a:avLst/>
                <a:gdLst/>
                <a:ahLst/>
                <a:cxnLst/>
                <a:rect l="l" t="t" r="r" b="b"/>
                <a:pathLst>
                  <a:path w="27988" h="37995" fill="none" extrusionOk="0">
                    <a:moveTo>
                      <a:pt x="6038" y="1"/>
                    </a:moveTo>
                    <a:lnTo>
                      <a:pt x="0" y="10475"/>
                    </a:lnTo>
                    <a:lnTo>
                      <a:pt x="15878" y="37995"/>
                    </a:lnTo>
                    <a:lnTo>
                      <a:pt x="27987" y="37995"/>
                    </a:lnTo>
                  </a:path>
                </a:pathLst>
              </a:custGeom>
              <a:noFill/>
              <a:ln w="7500" cap="rnd" cmpd="sng">
                <a:solidFill>
                  <a:schemeClr val="accent4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15"/>
              <p:cNvSpPr/>
              <p:nvPr/>
            </p:nvSpPr>
            <p:spPr>
              <a:xfrm>
                <a:off x="3114050" y="3447900"/>
                <a:ext cx="1376025" cy="1191725"/>
              </a:xfrm>
              <a:custGeom>
                <a:avLst/>
                <a:gdLst/>
                <a:ahLst/>
                <a:cxnLst/>
                <a:rect l="l" t="t" r="r" b="b"/>
                <a:pathLst>
                  <a:path w="55041" h="47669" extrusionOk="0">
                    <a:moveTo>
                      <a:pt x="13777" y="1"/>
                    </a:moveTo>
                    <a:lnTo>
                      <a:pt x="1" y="23818"/>
                    </a:lnTo>
                    <a:lnTo>
                      <a:pt x="13777" y="47668"/>
                    </a:lnTo>
                    <a:lnTo>
                      <a:pt x="41297" y="47668"/>
                    </a:lnTo>
                    <a:lnTo>
                      <a:pt x="55040" y="23818"/>
                    </a:lnTo>
                    <a:lnTo>
                      <a:pt x="41297" y="1"/>
                    </a:lnTo>
                    <a:close/>
                  </a:path>
                </a:pathLst>
              </a:custGeom>
              <a:solidFill>
                <a:srgbClr val="BD070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15"/>
              <p:cNvSpPr/>
              <p:nvPr/>
            </p:nvSpPr>
            <p:spPr>
              <a:xfrm>
                <a:off x="3264175" y="4495325"/>
                <a:ext cx="1071625" cy="230200"/>
              </a:xfrm>
              <a:custGeom>
                <a:avLst/>
                <a:gdLst/>
                <a:ahLst/>
                <a:cxnLst/>
                <a:rect l="l" t="t" r="r" b="b"/>
                <a:pathLst>
                  <a:path w="42865" h="9208" fill="none" extrusionOk="0">
                    <a:moveTo>
                      <a:pt x="0" y="1"/>
                    </a:moveTo>
                    <a:lnTo>
                      <a:pt x="5304" y="9207"/>
                    </a:lnTo>
                    <a:lnTo>
                      <a:pt x="37727" y="9207"/>
                    </a:lnTo>
                    <a:lnTo>
                      <a:pt x="42864" y="334"/>
                    </a:lnTo>
                  </a:path>
                </a:pathLst>
              </a:custGeom>
              <a:noFill/>
              <a:ln w="7500" cap="rnd" cmpd="sng">
                <a:solidFill>
                  <a:schemeClr val="accent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3350075" y="2069425"/>
                <a:ext cx="904000" cy="234350"/>
              </a:xfrm>
              <a:custGeom>
                <a:avLst/>
                <a:gdLst/>
                <a:ahLst/>
                <a:cxnLst/>
                <a:rect l="l" t="t" r="r" b="b"/>
                <a:pathLst>
                  <a:path w="36160" h="9374" extrusionOk="0">
                    <a:moveTo>
                      <a:pt x="0" y="0"/>
                    </a:moveTo>
                    <a:lnTo>
                      <a:pt x="5437" y="9374"/>
                    </a:lnTo>
                    <a:lnTo>
                      <a:pt x="30755" y="9374"/>
                    </a:lnTo>
                    <a:lnTo>
                      <a:pt x="36159" y="0"/>
                    </a:ln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4118950" y="2069425"/>
                <a:ext cx="587100" cy="783075"/>
              </a:xfrm>
              <a:custGeom>
                <a:avLst/>
                <a:gdLst/>
                <a:ahLst/>
                <a:cxnLst/>
                <a:rect l="l" t="t" r="r" b="b"/>
                <a:pathLst>
                  <a:path w="23484" h="31323" extrusionOk="0">
                    <a:moveTo>
                      <a:pt x="5404" y="0"/>
                    </a:moveTo>
                    <a:lnTo>
                      <a:pt x="0" y="9374"/>
                    </a:lnTo>
                    <a:lnTo>
                      <a:pt x="12676" y="31323"/>
                    </a:lnTo>
                    <a:lnTo>
                      <a:pt x="23484" y="31323"/>
                    </a:lnTo>
                    <a:lnTo>
                      <a:pt x="540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15"/>
              <p:cNvSpPr/>
              <p:nvPr/>
            </p:nvSpPr>
            <p:spPr>
              <a:xfrm>
                <a:off x="2898075" y="2069425"/>
                <a:ext cx="587950" cy="783075"/>
              </a:xfrm>
              <a:custGeom>
                <a:avLst/>
                <a:gdLst/>
                <a:ahLst/>
                <a:cxnLst/>
                <a:rect l="l" t="t" r="r" b="b"/>
                <a:pathLst>
                  <a:path w="23518" h="31323" extrusionOk="0">
                    <a:moveTo>
                      <a:pt x="18080" y="0"/>
                    </a:moveTo>
                    <a:lnTo>
                      <a:pt x="0" y="31323"/>
                    </a:lnTo>
                    <a:lnTo>
                      <a:pt x="10842" y="31323"/>
                    </a:lnTo>
                    <a:lnTo>
                      <a:pt x="23517" y="9374"/>
                    </a:lnTo>
                    <a:lnTo>
                      <a:pt x="18080" y="0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4118950" y="2852475"/>
                <a:ext cx="587100" cy="782250"/>
              </a:xfrm>
              <a:custGeom>
                <a:avLst/>
                <a:gdLst/>
                <a:ahLst/>
                <a:cxnLst/>
                <a:rect l="l" t="t" r="r" b="b"/>
                <a:pathLst>
                  <a:path w="23484" h="31290" extrusionOk="0">
                    <a:moveTo>
                      <a:pt x="12676" y="1"/>
                    </a:moveTo>
                    <a:lnTo>
                      <a:pt x="0" y="21917"/>
                    </a:lnTo>
                    <a:lnTo>
                      <a:pt x="5404" y="31290"/>
                    </a:lnTo>
                    <a:lnTo>
                      <a:pt x="23484" y="1"/>
                    </a:lnTo>
                    <a:close/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15"/>
              <p:cNvSpPr/>
              <p:nvPr/>
            </p:nvSpPr>
            <p:spPr>
              <a:xfrm>
                <a:off x="2898075" y="2852475"/>
                <a:ext cx="587950" cy="782250"/>
              </a:xfrm>
              <a:custGeom>
                <a:avLst/>
                <a:gdLst/>
                <a:ahLst/>
                <a:cxnLst/>
                <a:rect l="l" t="t" r="r" b="b"/>
                <a:pathLst>
                  <a:path w="23518" h="31290" extrusionOk="0">
                    <a:moveTo>
                      <a:pt x="0" y="1"/>
                    </a:moveTo>
                    <a:lnTo>
                      <a:pt x="18080" y="31290"/>
                    </a:lnTo>
                    <a:lnTo>
                      <a:pt x="23517" y="21917"/>
                    </a:lnTo>
                    <a:lnTo>
                      <a:pt x="1084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15"/>
              <p:cNvSpPr/>
              <p:nvPr/>
            </p:nvSpPr>
            <p:spPr>
              <a:xfrm>
                <a:off x="3350075" y="3400375"/>
                <a:ext cx="904000" cy="234350"/>
              </a:xfrm>
              <a:custGeom>
                <a:avLst/>
                <a:gdLst/>
                <a:ahLst/>
                <a:cxnLst/>
                <a:rect l="l" t="t" r="r" b="b"/>
                <a:pathLst>
                  <a:path w="36160" h="9374" extrusionOk="0">
                    <a:moveTo>
                      <a:pt x="5437" y="1"/>
                    </a:moveTo>
                    <a:lnTo>
                      <a:pt x="0" y="9374"/>
                    </a:lnTo>
                    <a:lnTo>
                      <a:pt x="36159" y="9374"/>
                    </a:lnTo>
                    <a:lnTo>
                      <a:pt x="30755" y="1"/>
                    </a:ln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15"/>
              <p:cNvSpPr/>
              <p:nvPr/>
            </p:nvSpPr>
            <p:spPr>
              <a:xfrm>
                <a:off x="3114050" y="2256225"/>
                <a:ext cx="1376025" cy="1191700"/>
              </a:xfrm>
              <a:custGeom>
                <a:avLst/>
                <a:gdLst/>
                <a:ahLst/>
                <a:cxnLst/>
                <a:rect l="l" t="t" r="r" b="b"/>
                <a:pathLst>
                  <a:path w="55041" h="47668" extrusionOk="0">
                    <a:moveTo>
                      <a:pt x="13777" y="0"/>
                    </a:moveTo>
                    <a:lnTo>
                      <a:pt x="1" y="23851"/>
                    </a:lnTo>
                    <a:lnTo>
                      <a:pt x="13777" y="47668"/>
                    </a:lnTo>
                    <a:lnTo>
                      <a:pt x="41297" y="47668"/>
                    </a:lnTo>
                    <a:lnTo>
                      <a:pt x="55040" y="23851"/>
                    </a:lnTo>
                    <a:lnTo>
                      <a:pt x="412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15"/>
              <p:cNvSpPr/>
              <p:nvPr/>
            </p:nvSpPr>
            <p:spPr>
              <a:xfrm>
                <a:off x="3195775" y="2327100"/>
                <a:ext cx="1213400" cy="1049950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1998" extrusionOk="0">
                    <a:moveTo>
                      <a:pt x="12143" y="1"/>
                    </a:moveTo>
                    <a:lnTo>
                      <a:pt x="1" y="21016"/>
                    </a:lnTo>
                    <a:lnTo>
                      <a:pt x="12143" y="41998"/>
                    </a:lnTo>
                    <a:lnTo>
                      <a:pt x="36394" y="41998"/>
                    </a:lnTo>
                    <a:lnTo>
                      <a:pt x="48536" y="21016"/>
                    </a:lnTo>
                    <a:lnTo>
                      <a:pt x="36394" y="1"/>
                    </a:lnTo>
                    <a:close/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3253325" y="2376300"/>
                <a:ext cx="1098300" cy="951550"/>
              </a:xfrm>
              <a:custGeom>
                <a:avLst/>
                <a:gdLst/>
                <a:ahLst/>
                <a:cxnLst/>
                <a:rect l="l" t="t" r="r" b="b"/>
                <a:pathLst>
                  <a:path w="43932" h="38062" fill="none" extrusionOk="0">
                    <a:moveTo>
                      <a:pt x="32957" y="1"/>
                    </a:moveTo>
                    <a:lnTo>
                      <a:pt x="10975" y="1"/>
                    </a:lnTo>
                    <a:lnTo>
                      <a:pt x="1" y="19048"/>
                    </a:lnTo>
                    <a:lnTo>
                      <a:pt x="10975" y="38061"/>
                    </a:lnTo>
                    <a:lnTo>
                      <a:pt x="32957" y="38061"/>
                    </a:lnTo>
                    <a:lnTo>
                      <a:pt x="43932" y="19048"/>
                    </a:lnTo>
                    <a:close/>
                  </a:path>
                </a:pathLst>
              </a:custGeom>
              <a:noFill/>
              <a:ln w="12500" cap="flat" cmpd="sng">
                <a:solidFill>
                  <a:schemeClr val="dk2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3563550" y="2438850"/>
                <a:ext cx="4770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9081" h="1" fill="none" extrusionOk="0">
                    <a:moveTo>
                      <a:pt x="19081" y="1"/>
                    </a:moveTo>
                    <a:lnTo>
                      <a:pt x="0" y="1"/>
                    </a:lnTo>
                  </a:path>
                </a:pathLst>
              </a:custGeom>
              <a:noFill/>
              <a:ln w="20850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3325050" y="2438850"/>
                <a:ext cx="238525" cy="413650"/>
              </a:xfrm>
              <a:custGeom>
                <a:avLst/>
                <a:gdLst/>
                <a:ahLst/>
                <a:cxnLst/>
                <a:rect l="l" t="t" r="r" b="b"/>
                <a:pathLst>
                  <a:path w="9541" h="16546" fill="none" extrusionOk="0">
                    <a:moveTo>
                      <a:pt x="9540" y="1"/>
                    </a:moveTo>
                    <a:lnTo>
                      <a:pt x="0" y="16546"/>
                    </a:lnTo>
                  </a:path>
                </a:pathLst>
              </a:custGeom>
              <a:noFill/>
              <a:ln w="20850" cap="rnd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3325050" y="2852475"/>
                <a:ext cx="238525" cy="412825"/>
              </a:xfrm>
              <a:custGeom>
                <a:avLst/>
                <a:gdLst/>
                <a:ahLst/>
                <a:cxnLst/>
                <a:rect l="l" t="t" r="r" b="b"/>
                <a:pathLst>
                  <a:path w="9541" h="16513" fill="none" extrusionOk="0">
                    <a:moveTo>
                      <a:pt x="0" y="1"/>
                    </a:moveTo>
                    <a:lnTo>
                      <a:pt x="9540" y="16513"/>
                    </a:lnTo>
                  </a:path>
                </a:pathLst>
              </a:custGeom>
              <a:noFill/>
              <a:ln w="2085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3563550" y="3265275"/>
                <a:ext cx="4770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9081" h="1" fill="none" extrusionOk="0">
                    <a:moveTo>
                      <a:pt x="0" y="1"/>
                    </a:moveTo>
                    <a:lnTo>
                      <a:pt x="19081" y="1"/>
                    </a:lnTo>
                  </a:path>
                </a:pathLst>
              </a:custGeom>
              <a:noFill/>
              <a:ln w="20850" cap="rnd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5"/>
              <p:cNvSpPr/>
              <p:nvPr/>
            </p:nvSpPr>
            <p:spPr>
              <a:xfrm>
                <a:off x="4040550" y="2852475"/>
                <a:ext cx="238525" cy="412825"/>
              </a:xfrm>
              <a:custGeom>
                <a:avLst/>
                <a:gdLst/>
                <a:ahLst/>
                <a:cxnLst/>
                <a:rect l="l" t="t" r="r" b="b"/>
                <a:pathLst>
                  <a:path w="9541" h="16513" fill="none" extrusionOk="0">
                    <a:moveTo>
                      <a:pt x="1" y="16513"/>
                    </a:moveTo>
                    <a:lnTo>
                      <a:pt x="9541" y="1"/>
                    </a:lnTo>
                  </a:path>
                </a:pathLst>
              </a:custGeom>
              <a:noFill/>
              <a:ln w="20850" cap="rnd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15"/>
              <p:cNvSpPr/>
              <p:nvPr/>
            </p:nvSpPr>
            <p:spPr>
              <a:xfrm>
                <a:off x="4040550" y="2438850"/>
                <a:ext cx="238525" cy="413650"/>
              </a:xfrm>
              <a:custGeom>
                <a:avLst/>
                <a:gdLst/>
                <a:ahLst/>
                <a:cxnLst/>
                <a:rect l="l" t="t" r="r" b="b"/>
                <a:pathLst>
                  <a:path w="9541" h="16546" fill="none" extrusionOk="0">
                    <a:moveTo>
                      <a:pt x="9541" y="16546"/>
                    </a:moveTo>
                    <a:lnTo>
                      <a:pt x="1" y="1"/>
                    </a:lnTo>
                  </a:path>
                </a:pathLst>
              </a:custGeom>
              <a:noFill/>
              <a:ln w="20850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" name="Google Shape;94;p15"/>
            <p:cNvGrpSpPr/>
            <p:nvPr/>
          </p:nvGrpSpPr>
          <p:grpSpPr>
            <a:xfrm>
              <a:off x="3285079" y="697952"/>
              <a:ext cx="478414" cy="478414"/>
              <a:chOff x="1049375" y="2680675"/>
              <a:chExt cx="297725" cy="297725"/>
            </a:xfrm>
          </p:grpSpPr>
          <p:sp>
            <p:nvSpPr>
              <p:cNvPr id="95" name="Google Shape;95;p15"/>
              <p:cNvSpPr/>
              <p:nvPr/>
            </p:nvSpPr>
            <p:spPr>
              <a:xfrm>
                <a:off x="1113175" y="2752350"/>
                <a:ext cx="161475" cy="155975"/>
              </a:xfrm>
              <a:custGeom>
                <a:avLst/>
                <a:gdLst/>
                <a:ahLst/>
                <a:cxnLst/>
                <a:rect l="l" t="t" r="r" b="b"/>
                <a:pathLst>
                  <a:path w="6459" h="6239" extrusionOk="0">
                    <a:moveTo>
                      <a:pt x="3403" y="2079"/>
                    </a:moveTo>
                    <a:cubicBezTo>
                      <a:pt x="3781" y="2079"/>
                      <a:pt x="4096" y="2394"/>
                      <a:pt x="4096" y="2773"/>
                    </a:cubicBezTo>
                    <a:cubicBezTo>
                      <a:pt x="4096" y="3182"/>
                      <a:pt x="3781" y="3497"/>
                      <a:pt x="3403" y="3497"/>
                    </a:cubicBezTo>
                    <a:cubicBezTo>
                      <a:pt x="2993" y="3434"/>
                      <a:pt x="2678" y="3119"/>
                      <a:pt x="2678" y="2773"/>
                    </a:cubicBezTo>
                    <a:cubicBezTo>
                      <a:pt x="2678" y="2394"/>
                      <a:pt x="2993" y="2079"/>
                      <a:pt x="3403" y="2079"/>
                    </a:cubicBezTo>
                    <a:close/>
                    <a:moveTo>
                      <a:pt x="3371" y="693"/>
                    </a:moveTo>
                    <a:cubicBezTo>
                      <a:pt x="4694" y="693"/>
                      <a:pt x="5765" y="1796"/>
                      <a:pt x="5765" y="3119"/>
                    </a:cubicBezTo>
                    <a:cubicBezTo>
                      <a:pt x="5765" y="3686"/>
                      <a:pt x="5545" y="4222"/>
                      <a:pt x="5198" y="4663"/>
                    </a:cubicBezTo>
                    <a:cubicBezTo>
                      <a:pt x="5072" y="4442"/>
                      <a:pt x="4915" y="4190"/>
                      <a:pt x="4694" y="4001"/>
                    </a:cubicBezTo>
                    <a:cubicBezTo>
                      <a:pt x="4568" y="3907"/>
                      <a:pt x="4442" y="3812"/>
                      <a:pt x="4348" y="3749"/>
                    </a:cubicBezTo>
                    <a:cubicBezTo>
                      <a:pt x="4568" y="3529"/>
                      <a:pt x="4726" y="3182"/>
                      <a:pt x="4726" y="2804"/>
                    </a:cubicBezTo>
                    <a:cubicBezTo>
                      <a:pt x="4726" y="2079"/>
                      <a:pt x="4096" y="1449"/>
                      <a:pt x="3340" y="1449"/>
                    </a:cubicBezTo>
                    <a:cubicBezTo>
                      <a:pt x="2615" y="1449"/>
                      <a:pt x="1985" y="2079"/>
                      <a:pt x="1985" y="2804"/>
                    </a:cubicBezTo>
                    <a:cubicBezTo>
                      <a:pt x="1985" y="3182"/>
                      <a:pt x="2142" y="3529"/>
                      <a:pt x="2363" y="3749"/>
                    </a:cubicBezTo>
                    <a:lnTo>
                      <a:pt x="2016" y="4001"/>
                    </a:lnTo>
                    <a:cubicBezTo>
                      <a:pt x="1827" y="4190"/>
                      <a:pt x="1607" y="4442"/>
                      <a:pt x="1512" y="4663"/>
                    </a:cubicBezTo>
                    <a:cubicBezTo>
                      <a:pt x="1040" y="4064"/>
                      <a:pt x="882" y="3434"/>
                      <a:pt x="945" y="2773"/>
                    </a:cubicBezTo>
                    <a:cubicBezTo>
                      <a:pt x="1103" y="1670"/>
                      <a:pt x="2111" y="693"/>
                      <a:pt x="3371" y="693"/>
                    </a:cubicBezTo>
                    <a:close/>
                    <a:moveTo>
                      <a:pt x="3371" y="4159"/>
                    </a:moveTo>
                    <a:cubicBezTo>
                      <a:pt x="4001" y="4159"/>
                      <a:pt x="4505" y="4600"/>
                      <a:pt x="4694" y="5135"/>
                    </a:cubicBezTo>
                    <a:cubicBezTo>
                      <a:pt x="4316" y="5387"/>
                      <a:pt x="3875" y="5545"/>
                      <a:pt x="3371" y="5545"/>
                    </a:cubicBezTo>
                    <a:cubicBezTo>
                      <a:pt x="2898" y="5545"/>
                      <a:pt x="2426" y="5387"/>
                      <a:pt x="2016" y="5135"/>
                    </a:cubicBezTo>
                    <a:cubicBezTo>
                      <a:pt x="2174" y="4537"/>
                      <a:pt x="2741" y="4159"/>
                      <a:pt x="3371" y="4159"/>
                    </a:cubicBezTo>
                    <a:close/>
                    <a:moveTo>
                      <a:pt x="3308" y="0"/>
                    </a:moveTo>
                    <a:cubicBezTo>
                      <a:pt x="1701" y="0"/>
                      <a:pt x="441" y="1229"/>
                      <a:pt x="252" y="2710"/>
                    </a:cubicBezTo>
                    <a:cubicBezTo>
                      <a:pt x="0" y="4600"/>
                      <a:pt x="1512" y="6238"/>
                      <a:pt x="3371" y="6238"/>
                    </a:cubicBezTo>
                    <a:cubicBezTo>
                      <a:pt x="5104" y="6238"/>
                      <a:pt x="6459" y="4820"/>
                      <a:pt x="6459" y="3119"/>
                    </a:cubicBezTo>
                    <a:cubicBezTo>
                      <a:pt x="6459" y="1386"/>
                      <a:pt x="5041" y="0"/>
                      <a:pt x="33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1049375" y="2680675"/>
                <a:ext cx="297725" cy="297725"/>
              </a:xfrm>
              <a:custGeom>
                <a:avLst/>
                <a:gdLst/>
                <a:ahLst/>
                <a:cxnLst/>
                <a:rect l="l" t="t" r="r" b="b"/>
                <a:pathLst>
                  <a:path w="11909" h="11909" extrusionOk="0">
                    <a:moveTo>
                      <a:pt x="6270" y="1512"/>
                    </a:moveTo>
                    <a:cubicBezTo>
                      <a:pt x="8475" y="1670"/>
                      <a:pt x="10239" y="3434"/>
                      <a:pt x="10397" y="5640"/>
                    </a:cubicBezTo>
                    <a:lnTo>
                      <a:pt x="10082" y="5640"/>
                    </a:lnTo>
                    <a:cubicBezTo>
                      <a:pt x="9893" y="5640"/>
                      <a:pt x="9735" y="5797"/>
                      <a:pt x="9735" y="5986"/>
                    </a:cubicBezTo>
                    <a:cubicBezTo>
                      <a:pt x="9735" y="6207"/>
                      <a:pt x="9893" y="6364"/>
                      <a:pt x="10082" y="6364"/>
                    </a:cubicBezTo>
                    <a:lnTo>
                      <a:pt x="10397" y="6364"/>
                    </a:lnTo>
                    <a:cubicBezTo>
                      <a:pt x="10239" y="8569"/>
                      <a:pt x="8475" y="10334"/>
                      <a:pt x="6270" y="10491"/>
                    </a:cubicBezTo>
                    <a:lnTo>
                      <a:pt x="6270" y="10176"/>
                    </a:lnTo>
                    <a:cubicBezTo>
                      <a:pt x="6270" y="9987"/>
                      <a:pt x="6112" y="9830"/>
                      <a:pt x="5923" y="9830"/>
                    </a:cubicBezTo>
                    <a:cubicBezTo>
                      <a:pt x="5703" y="9830"/>
                      <a:pt x="5545" y="9987"/>
                      <a:pt x="5545" y="10176"/>
                    </a:cubicBezTo>
                    <a:lnTo>
                      <a:pt x="5545" y="10491"/>
                    </a:lnTo>
                    <a:cubicBezTo>
                      <a:pt x="3340" y="10334"/>
                      <a:pt x="1575" y="8569"/>
                      <a:pt x="1418" y="6364"/>
                    </a:cubicBezTo>
                    <a:lnTo>
                      <a:pt x="1733" y="6364"/>
                    </a:lnTo>
                    <a:cubicBezTo>
                      <a:pt x="1922" y="6364"/>
                      <a:pt x="2079" y="6207"/>
                      <a:pt x="2079" y="5986"/>
                    </a:cubicBezTo>
                    <a:cubicBezTo>
                      <a:pt x="2142" y="5797"/>
                      <a:pt x="1985" y="5640"/>
                      <a:pt x="1764" y="5640"/>
                    </a:cubicBezTo>
                    <a:lnTo>
                      <a:pt x="1418" y="5640"/>
                    </a:lnTo>
                    <a:cubicBezTo>
                      <a:pt x="1575" y="3434"/>
                      <a:pt x="3340" y="1670"/>
                      <a:pt x="5545" y="1512"/>
                    </a:cubicBezTo>
                    <a:lnTo>
                      <a:pt x="5545" y="1827"/>
                    </a:lnTo>
                    <a:cubicBezTo>
                      <a:pt x="5545" y="2016"/>
                      <a:pt x="5703" y="2174"/>
                      <a:pt x="5923" y="2174"/>
                    </a:cubicBezTo>
                    <a:cubicBezTo>
                      <a:pt x="6112" y="2174"/>
                      <a:pt x="6270" y="2016"/>
                      <a:pt x="6270" y="1827"/>
                    </a:cubicBezTo>
                    <a:lnTo>
                      <a:pt x="6270" y="1512"/>
                    </a:lnTo>
                    <a:close/>
                    <a:moveTo>
                      <a:pt x="5955" y="0"/>
                    </a:moveTo>
                    <a:cubicBezTo>
                      <a:pt x="5766" y="0"/>
                      <a:pt x="5608" y="158"/>
                      <a:pt x="5608" y="347"/>
                    </a:cubicBezTo>
                    <a:lnTo>
                      <a:pt x="5608" y="756"/>
                    </a:lnTo>
                    <a:cubicBezTo>
                      <a:pt x="2993" y="914"/>
                      <a:pt x="914" y="2993"/>
                      <a:pt x="756" y="5608"/>
                    </a:cubicBezTo>
                    <a:lnTo>
                      <a:pt x="347" y="5608"/>
                    </a:lnTo>
                    <a:cubicBezTo>
                      <a:pt x="158" y="5608"/>
                      <a:pt x="0" y="5766"/>
                      <a:pt x="0" y="5955"/>
                    </a:cubicBezTo>
                    <a:cubicBezTo>
                      <a:pt x="0" y="6144"/>
                      <a:pt x="158" y="6301"/>
                      <a:pt x="347" y="6301"/>
                    </a:cubicBezTo>
                    <a:lnTo>
                      <a:pt x="756" y="6301"/>
                    </a:lnTo>
                    <a:cubicBezTo>
                      <a:pt x="914" y="8916"/>
                      <a:pt x="2993" y="10995"/>
                      <a:pt x="5608" y="11153"/>
                    </a:cubicBezTo>
                    <a:lnTo>
                      <a:pt x="5608" y="11562"/>
                    </a:lnTo>
                    <a:cubicBezTo>
                      <a:pt x="5608" y="11751"/>
                      <a:pt x="5766" y="11909"/>
                      <a:pt x="5955" y="11909"/>
                    </a:cubicBezTo>
                    <a:cubicBezTo>
                      <a:pt x="6144" y="11909"/>
                      <a:pt x="6301" y="11751"/>
                      <a:pt x="6301" y="11562"/>
                    </a:cubicBezTo>
                    <a:lnTo>
                      <a:pt x="6301" y="11153"/>
                    </a:lnTo>
                    <a:cubicBezTo>
                      <a:pt x="8916" y="10995"/>
                      <a:pt x="10995" y="8916"/>
                      <a:pt x="11153" y="6301"/>
                    </a:cubicBezTo>
                    <a:lnTo>
                      <a:pt x="11531" y="6301"/>
                    </a:lnTo>
                    <a:cubicBezTo>
                      <a:pt x="11751" y="6301"/>
                      <a:pt x="11909" y="6144"/>
                      <a:pt x="11909" y="5955"/>
                    </a:cubicBezTo>
                    <a:cubicBezTo>
                      <a:pt x="11909" y="5766"/>
                      <a:pt x="11751" y="5608"/>
                      <a:pt x="11531" y="5608"/>
                    </a:cubicBezTo>
                    <a:lnTo>
                      <a:pt x="11153" y="5608"/>
                    </a:lnTo>
                    <a:cubicBezTo>
                      <a:pt x="10995" y="2993"/>
                      <a:pt x="8916" y="914"/>
                      <a:pt x="6301" y="756"/>
                    </a:cubicBezTo>
                    <a:lnTo>
                      <a:pt x="6301" y="347"/>
                    </a:lnTo>
                    <a:cubicBezTo>
                      <a:pt x="6301" y="158"/>
                      <a:pt x="6144" y="0"/>
                      <a:pt x="59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" name="Google Shape;97;p15"/>
            <p:cNvGrpSpPr/>
            <p:nvPr/>
          </p:nvGrpSpPr>
          <p:grpSpPr>
            <a:xfrm>
              <a:off x="4741858" y="3171437"/>
              <a:ext cx="422067" cy="422028"/>
              <a:chOff x="-5276050" y="2037975"/>
              <a:chExt cx="292250" cy="292225"/>
            </a:xfrm>
          </p:grpSpPr>
          <p:sp>
            <p:nvSpPr>
              <p:cNvPr id="98" name="Google Shape;98;p15"/>
              <p:cNvSpPr/>
              <p:nvPr/>
            </p:nvSpPr>
            <p:spPr>
              <a:xfrm>
                <a:off x="-5102775" y="2211250"/>
                <a:ext cx="51225" cy="49650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1986" extrusionOk="0">
                    <a:moveTo>
                      <a:pt x="343" y="0"/>
                    </a:moveTo>
                    <a:cubicBezTo>
                      <a:pt x="253" y="0"/>
                      <a:pt x="158" y="32"/>
                      <a:pt x="95" y="95"/>
                    </a:cubicBezTo>
                    <a:cubicBezTo>
                      <a:pt x="1" y="189"/>
                      <a:pt x="1" y="441"/>
                      <a:pt x="95" y="536"/>
                    </a:cubicBezTo>
                    <a:lnTo>
                      <a:pt x="536" y="977"/>
                    </a:lnTo>
                    <a:lnTo>
                      <a:pt x="95" y="1418"/>
                    </a:lnTo>
                    <a:cubicBezTo>
                      <a:pt x="1" y="1544"/>
                      <a:pt x="1" y="1765"/>
                      <a:pt x="95" y="1891"/>
                    </a:cubicBezTo>
                    <a:cubicBezTo>
                      <a:pt x="158" y="1954"/>
                      <a:pt x="253" y="1985"/>
                      <a:pt x="343" y="1985"/>
                    </a:cubicBezTo>
                    <a:cubicBezTo>
                      <a:pt x="434" y="1985"/>
                      <a:pt x="521" y="1954"/>
                      <a:pt x="568" y="1891"/>
                    </a:cubicBezTo>
                    <a:lnTo>
                      <a:pt x="1009" y="1450"/>
                    </a:lnTo>
                    <a:lnTo>
                      <a:pt x="1450" y="1891"/>
                    </a:lnTo>
                    <a:cubicBezTo>
                      <a:pt x="1513" y="1954"/>
                      <a:pt x="1600" y="1985"/>
                      <a:pt x="1686" y="1985"/>
                    </a:cubicBezTo>
                    <a:cubicBezTo>
                      <a:pt x="1773" y="1985"/>
                      <a:pt x="1860" y="1954"/>
                      <a:pt x="1923" y="1891"/>
                    </a:cubicBezTo>
                    <a:cubicBezTo>
                      <a:pt x="2049" y="1765"/>
                      <a:pt x="2049" y="1544"/>
                      <a:pt x="1923" y="1418"/>
                    </a:cubicBezTo>
                    <a:lnTo>
                      <a:pt x="1482" y="977"/>
                    </a:lnTo>
                    <a:lnTo>
                      <a:pt x="1923" y="536"/>
                    </a:lnTo>
                    <a:cubicBezTo>
                      <a:pt x="2049" y="441"/>
                      <a:pt x="2049" y="189"/>
                      <a:pt x="1923" y="95"/>
                    </a:cubicBezTo>
                    <a:cubicBezTo>
                      <a:pt x="1860" y="32"/>
                      <a:pt x="1773" y="0"/>
                      <a:pt x="1686" y="0"/>
                    </a:cubicBezTo>
                    <a:cubicBezTo>
                      <a:pt x="1600" y="0"/>
                      <a:pt x="1513" y="32"/>
                      <a:pt x="1450" y="95"/>
                    </a:cubicBezTo>
                    <a:lnTo>
                      <a:pt x="1009" y="504"/>
                    </a:lnTo>
                    <a:lnTo>
                      <a:pt x="568" y="95"/>
                    </a:lnTo>
                    <a:cubicBezTo>
                      <a:pt x="521" y="32"/>
                      <a:pt x="434" y="0"/>
                      <a:pt x="3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-5224050" y="2107875"/>
                <a:ext cx="51200" cy="4982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1993" extrusionOk="0">
                    <a:moveTo>
                      <a:pt x="351" y="0"/>
                    </a:moveTo>
                    <a:cubicBezTo>
                      <a:pt x="260" y="0"/>
                      <a:pt x="173" y="24"/>
                      <a:pt x="126" y="71"/>
                    </a:cubicBezTo>
                    <a:cubicBezTo>
                      <a:pt x="0" y="197"/>
                      <a:pt x="0" y="449"/>
                      <a:pt x="126" y="544"/>
                    </a:cubicBezTo>
                    <a:lnTo>
                      <a:pt x="536" y="985"/>
                    </a:lnTo>
                    <a:lnTo>
                      <a:pt x="126" y="1426"/>
                    </a:lnTo>
                    <a:cubicBezTo>
                      <a:pt x="0" y="1552"/>
                      <a:pt x="0" y="1772"/>
                      <a:pt x="126" y="1898"/>
                    </a:cubicBezTo>
                    <a:cubicBezTo>
                      <a:pt x="173" y="1961"/>
                      <a:pt x="260" y="1993"/>
                      <a:pt x="351" y="1993"/>
                    </a:cubicBezTo>
                    <a:cubicBezTo>
                      <a:pt x="441" y="1993"/>
                      <a:pt x="536" y="1961"/>
                      <a:pt x="599" y="1898"/>
                    </a:cubicBezTo>
                    <a:lnTo>
                      <a:pt x="1008" y="1457"/>
                    </a:lnTo>
                    <a:lnTo>
                      <a:pt x="1449" y="1898"/>
                    </a:lnTo>
                    <a:cubicBezTo>
                      <a:pt x="1512" y="1961"/>
                      <a:pt x="1599" y="1993"/>
                      <a:pt x="1686" y="1993"/>
                    </a:cubicBezTo>
                    <a:cubicBezTo>
                      <a:pt x="1772" y="1993"/>
                      <a:pt x="1859" y="1961"/>
                      <a:pt x="1922" y="1898"/>
                    </a:cubicBezTo>
                    <a:cubicBezTo>
                      <a:pt x="2048" y="1772"/>
                      <a:pt x="2048" y="1520"/>
                      <a:pt x="1922" y="1426"/>
                    </a:cubicBezTo>
                    <a:lnTo>
                      <a:pt x="1481" y="985"/>
                    </a:lnTo>
                    <a:lnTo>
                      <a:pt x="1922" y="544"/>
                    </a:lnTo>
                    <a:cubicBezTo>
                      <a:pt x="2048" y="449"/>
                      <a:pt x="2048" y="197"/>
                      <a:pt x="1922" y="71"/>
                    </a:cubicBezTo>
                    <a:cubicBezTo>
                      <a:pt x="1875" y="24"/>
                      <a:pt x="1788" y="0"/>
                      <a:pt x="1697" y="0"/>
                    </a:cubicBezTo>
                    <a:cubicBezTo>
                      <a:pt x="1607" y="0"/>
                      <a:pt x="1512" y="24"/>
                      <a:pt x="1449" y="71"/>
                    </a:cubicBezTo>
                    <a:lnTo>
                      <a:pt x="1008" y="512"/>
                    </a:lnTo>
                    <a:lnTo>
                      <a:pt x="599" y="71"/>
                    </a:lnTo>
                    <a:cubicBezTo>
                      <a:pt x="536" y="24"/>
                      <a:pt x="441" y="0"/>
                      <a:pt x="3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-5276050" y="2037975"/>
                <a:ext cx="292250" cy="292225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11689" extrusionOk="0">
                    <a:moveTo>
                      <a:pt x="10334" y="3119"/>
                    </a:moveTo>
                    <a:cubicBezTo>
                      <a:pt x="10712" y="3119"/>
                      <a:pt x="11028" y="3403"/>
                      <a:pt x="11028" y="3781"/>
                    </a:cubicBezTo>
                    <a:cubicBezTo>
                      <a:pt x="11028" y="4190"/>
                      <a:pt x="10712" y="4442"/>
                      <a:pt x="10334" y="4442"/>
                    </a:cubicBezTo>
                    <a:cubicBezTo>
                      <a:pt x="9956" y="4442"/>
                      <a:pt x="9673" y="4127"/>
                      <a:pt x="9673" y="3781"/>
                    </a:cubicBezTo>
                    <a:cubicBezTo>
                      <a:pt x="9673" y="3403"/>
                      <a:pt x="9988" y="3119"/>
                      <a:pt x="10334" y="3119"/>
                    </a:cubicBezTo>
                    <a:close/>
                    <a:moveTo>
                      <a:pt x="4443" y="7593"/>
                    </a:moveTo>
                    <a:cubicBezTo>
                      <a:pt x="4853" y="7593"/>
                      <a:pt x="5105" y="7908"/>
                      <a:pt x="5105" y="8255"/>
                    </a:cubicBezTo>
                    <a:cubicBezTo>
                      <a:pt x="5105" y="8664"/>
                      <a:pt x="4790" y="8948"/>
                      <a:pt x="4443" y="8948"/>
                    </a:cubicBezTo>
                    <a:cubicBezTo>
                      <a:pt x="4065" y="8948"/>
                      <a:pt x="3781" y="8633"/>
                      <a:pt x="3781" y="8255"/>
                    </a:cubicBezTo>
                    <a:cubicBezTo>
                      <a:pt x="3781" y="7876"/>
                      <a:pt x="4096" y="7593"/>
                      <a:pt x="4443" y="7593"/>
                    </a:cubicBezTo>
                    <a:close/>
                    <a:moveTo>
                      <a:pt x="5829" y="725"/>
                    </a:moveTo>
                    <a:cubicBezTo>
                      <a:pt x="7341" y="725"/>
                      <a:pt x="8822" y="1386"/>
                      <a:pt x="9799" y="2521"/>
                    </a:cubicBezTo>
                    <a:cubicBezTo>
                      <a:pt x="9326" y="2710"/>
                      <a:pt x="8980" y="3245"/>
                      <a:pt x="8980" y="3781"/>
                    </a:cubicBezTo>
                    <a:cubicBezTo>
                      <a:pt x="8980" y="3718"/>
                      <a:pt x="8917" y="3623"/>
                      <a:pt x="8885" y="3560"/>
                    </a:cubicBezTo>
                    <a:lnTo>
                      <a:pt x="8854" y="3497"/>
                    </a:lnTo>
                    <a:lnTo>
                      <a:pt x="8192" y="2836"/>
                    </a:lnTo>
                    <a:cubicBezTo>
                      <a:pt x="8129" y="2773"/>
                      <a:pt x="8035" y="2741"/>
                      <a:pt x="7944" y="2741"/>
                    </a:cubicBezTo>
                    <a:cubicBezTo>
                      <a:pt x="7853" y="2741"/>
                      <a:pt x="7767" y="2773"/>
                      <a:pt x="7719" y="2836"/>
                    </a:cubicBezTo>
                    <a:cubicBezTo>
                      <a:pt x="7593" y="2962"/>
                      <a:pt x="7593" y="3182"/>
                      <a:pt x="7719" y="3308"/>
                    </a:cubicBezTo>
                    <a:lnTo>
                      <a:pt x="7814" y="3434"/>
                    </a:lnTo>
                    <a:cubicBezTo>
                      <a:pt x="6869" y="3466"/>
                      <a:pt x="5987" y="3875"/>
                      <a:pt x="5262" y="4568"/>
                    </a:cubicBezTo>
                    <a:cubicBezTo>
                      <a:pt x="4600" y="5230"/>
                      <a:pt x="4254" y="6081"/>
                      <a:pt x="4159" y="6963"/>
                    </a:cubicBezTo>
                    <a:cubicBezTo>
                      <a:pt x="3561" y="7120"/>
                      <a:pt x="3151" y="7656"/>
                      <a:pt x="3151" y="8318"/>
                    </a:cubicBezTo>
                    <a:cubicBezTo>
                      <a:pt x="3151" y="9074"/>
                      <a:pt x="3781" y="9704"/>
                      <a:pt x="4506" y="9704"/>
                    </a:cubicBezTo>
                    <a:cubicBezTo>
                      <a:pt x="5262" y="9704"/>
                      <a:pt x="5892" y="9074"/>
                      <a:pt x="5892" y="8318"/>
                    </a:cubicBezTo>
                    <a:cubicBezTo>
                      <a:pt x="5892" y="7687"/>
                      <a:pt x="5451" y="7120"/>
                      <a:pt x="4884" y="6963"/>
                    </a:cubicBezTo>
                    <a:cubicBezTo>
                      <a:pt x="5042" y="5482"/>
                      <a:pt x="6302" y="4222"/>
                      <a:pt x="7814" y="4127"/>
                    </a:cubicBezTo>
                    <a:lnTo>
                      <a:pt x="7814" y="4127"/>
                    </a:lnTo>
                    <a:lnTo>
                      <a:pt x="7751" y="4222"/>
                    </a:lnTo>
                    <a:cubicBezTo>
                      <a:pt x="7625" y="4348"/>
                      <a:pt x="7625" y="4568"/>
                      <a:pt x="7751" y="4694"/>
                    </a:cubicBezTo>
                    <a:cubicBezTo>
                      <a:pt x="7814" y="4757"/>
                      <a:pt x="7901" y="4789"/>
                      <a:pt x="7987" y="4789"/>
                    </a:cubicBezTo>
                    <a:cubicBezTo>
                      <a:pt x="8074" y="4789"/>
                      <a:pt x="8161" y="4757"/>
                      <a:pt x="8224" y="4694"/>
                    </a:cubicBezTo>
                    <a:lnTo>
                      <a:pt x="8885" y="4033"/>
                    </a:lnTo>
                    <a:cubicBezTo>
                      <a:pt x="8980" y="3938"/>
                      <a:pt x="9011" y="3875"/>
                      <a:pt x="9011" y="3781"/>
                    </a:cubicBezTo>
                    <a:cubicBezTo>
                      <a:pt x="9011" y="4537"/>
                      <a:pt x="9641" y="5167"/>
                      <a:pt x="10397" y="5167"/>
                    </a:cubicBezTo>
                    <a:cubicBezTo>
                      <a:pt x="10618" y="5167"/>
                      <a:pt x="10807" y="5136"/>
                      <a:pt x="11028" y="5010"/>
                    </a:cubicBezTo>
                    <a:cubicBezTo>
                      <a:pt x="11059" y="5293"/>
                      <a:pt x="11091" y="5545"/>
                      <a:pt x="11091" y="5829"/>
                    </a:cubicBezTo>
                    <a:cubicBezTo>
                      <a:pt x="11028" y="8696"/>
                      <a:pt x="8696" y="11027"/>
                      <a:pt x="5829" y="11027"/>
                    </a:cubicBezTo>
                    <a:cubicBezTo>
                      <a:pt x="2994" y="11027"/>
                      <a:pt x="694" y="8696"/>
                      <a:pt x="694" y="5829"/>
                    </a:cubicBezTo>
                    <a:cubicBezTo>
                      <a:pt x="694" y="2993"/>
                      <a:pt x="2994" y="725"/>
                      <a:pt x="5829" y="725"/>
                    </a:cubicBezTo>
                    <a:close/>
                    <a:moveTo>
                      <a:pt x="5829" y="0"/>
                    </a:moveTo>
                    <a:cubicBezTo>
                      <a:pt x="2584" y="0"/>
                      <a:pt x="1" y="2615"/>
                      <a:pt x="1" y="5829"/>
                    </a:cubicBezTo>
                    <a:cubicBezTo>
                      <a:pt x="1" y="7404"/>
                      <a:pt x="599" y="8853"/>
                      <a:pt x="1702" y="9956"/>
                    </a:cubicBezTo>
                    <a:cubicBezTo>
                      <a:pt x="2773" y="11058"/>
                      <a:pt x="4254" y="11689"/>
                      <a:pt x="5829" y="11689"/>
                    </a:cubicBezTo>
                    <a:cubicBezTo>
                      <a:pt x="6617" y="11689"/>
                      <a:pt x="7341" y="11531"/>
                      <a:pt x="8098" y="11216"/>
                    </a:cubicBezTo>
                    <a:cubicBezTo>
                      <a:pt x="8822" y="10901"/>
                      <a:pt x="9452" y="10523"/>
                      <a:pt x="9956" y="9956"/>
                    </a:cubicBezTo>
                    <a:cubicBezTo>
                      <a:pt x="10492" y="9420"/>
                      <a:pt x="10901" y="8790"/>
                      <a:pt x="11217" y="8128"/>
                    </a:cubicBezTo>
                    <a:cubicBezTo>
                      <a:pt x="11532" y="7404"/>
                      <a:pt x="11689" y="6616"/>
                      <a:pt x="11689" y="5829"/>
                    </a:cubicBezTo>
                    <a:cubicBezTo>
                      <a:pt x="11689" y="5356"/>
                      <a:pt x="11658" y="4884"/>
                      <a:pt x="11532" y="4442"/>
                    </a:cubicBezTo>
                    <a:cubicBezTo>
                      <a:pt x="11595" y="4253"/>
                      <a:pt x="11689" y="4033"/>
                      <a:pt x="11689" y="3781"/>
                    </a:cubicBezTo>
                    <a:cubicBezTo>
                      <a:pt x="11689" y="3119"/>
                      <a:pt x="11217" y="2552"/>
                      <a:pt x="10586" y="2458"/>
                    </a:cubicBezTo>
                    <a:cubicBezTo>
                      <a:pt x="9484" y="945"/>
                      <a:pt x="7719" y="0"/>
                      <a:pt x="58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" name="Google Shape;101;p15"/>
            <p:cNvSpPr/>
            <p:nvPr/>
          </p:nvSpPr>
          <p:spPr>
            <a:xfrm>
              <a:off x="502833" y="743679"/>
              <a:ext cx="420631" cy="386974"/>
            </a:xfrm>
            <a:custGeom>
              <a:avLst/>
              <a:gdLst/>
              <a:ahLst/>
              <a:cxnLst/>
              <a:rect l="l" t="t" r="r" b="b"/>
              <a:pathLst>
                <a:path w="11910" h="10957" extrusionOk="0">
                  <a:moveTo>
                    <a:pt x="7325" y="654"/>
                  </a:moveTo>
                  <a:cubicBezTo>
                    <a:pt x="7412" y="654"/>
                    <a:pt x="7498" y="686"/>
                    <a:pt x="7561" y="749"/>
                  </a:cubicBezTo>
                  <a:lnTo>
                    <a:pt x="10995" y="4088"/>
                  </a:lnTo>
                  <a:cubicBezTo>
                    <a:pt x="11122" y="4246"/>
                    <a:pt x="11122" y="4466"/>
                    <a:pt x="10995" y="4592"/>
                  </a:cubicBezTo>
                  <a:lnTo>
                    <a:pt x="10082" y="5506"/>
                  </a:lnTo>
                  <a:lnTo>
                    <a:pt x="7404" y="2859"/>
                  </a:lnTo>
                  <a:cubicBezTo>
                    <a:pt x="7215" y="2670"/>
                    <a:pt x="6955" y="2576"/>
                    <a:pt x="6691" y="2576"/>
                  </a:cubicBezTo>
                  <a:cubicBezTo>
                    <a:pt x="6427" y="2576"/>
                    <a:pt x="6159" y="2670"/>
                    <a:pt x="5955" y="2859"/>
                  </a:cubicBezTo>
                  <a:lnTo>
                    <a:pt x="4978" y="3805"/>
                  </a:lnTo>
                  <a:cubicBezTo>
                    <a:pt x="4915" y="3868"/>
                    <a:pt x="4828" y="3899"/>
                    <a:pt x="4742" y="3899"/>
                  </a:cubicBezTo>
                  <a:cubicBezTo>
                    <a:pt x="4655" y="3899"/>
                    <a:pt x="4568" y="3868"/>
                    <a:pt x="4505" y="3805"/>
                  </a:cubicBezTo>
                  <a:cubicBezTo>
                    <a:pt x="4379" y="3679"/>
                    <a:pt x="4379" y="3458"/>
                    <a:pt x="4505" y="3332"/>
                  </a:cubicBezTo>
                  <a:lnTo>
                    <a:pt x="5955" y="1883"/>
                  </a:lnTo>
                  <a:lnTo>
                    <a:pt x="7089" y="749"/>
                  </a:lnTo>
                  <a:cubicBezTo>
                    <a:pt x="7152" y="686"/>
                    <a:pt x="7239" y="654"/>
                    <a:pt x="7325" y="654"/>
                  </a:cubicBezTo>
                  <a:close/>
                  <a:moveTo>
                    <a:pt x="2808" y="5183"/>
                  </a:moveTo>
                  <a:cubicBezTo>
                    <a:pt x="2899" y="5183"/>
                    <a:pt x="2993" y="5207"/>
                    <a:pt x="3056" y="5254"/>
                  </a:cubicBezTo>
                  <a:cubicBezTo>
                    <a:pt x="3151" y="5380"/>
                    <a:pt x="3151" y="5632"/>
                    <a:pt x="3056" y="5726"/>
                  </a:cubicBezTo>
                  <a:lnTo>
                    <a:pt x="2048" y="6735"/>
                  </a:lnTo>
                  <a:cubicBezTo>
                    <a:pt x="2001" y="6782"/>
                    <a:pt x="1914" y="6805"/>
                    <a:pt x="1824" y="6805"/>
                  </a:cubicBezTo>
                  <a:cubicBezTo>
                    <a:pt x="1733" y="6805"/>
                    <a:pt x="1639" y="6782"/>
                    <a:pt x="1576" y="6735"/>
                  </a:cubicBezTo>
                  <a:cubicBezTo>
                    <a:pt x="1449" y="6609"/>
                    <a:pt x="1449" y="6357"/>
                    <a:pt x="1576" y="6262"/>
                  </a:cubicBezTo>
                  <a:lnTo>
                    <a:pt x="2584" y="5254"/>
                  </a:lnTo>
                  <a:cubicBezTo>
                    <a:pt x="2631" y="5207"/>
                    <a:pt x="2718" y="5183"/>
                    <a:pt x="2808" y="5183"/>
                  </a:cubicBezTo>
                  <a:close/>
                  <a:moveTo>
                    <a:pt x="3785" y="6167"/>
                  </a:moveTo>
                  <a:cubicBezTo>
                    <a:pt x="3875" y="6167"/>
                    <a:pt x="3970" y="6199"/>
                    <a:pt x="4033" y="6262"/>
                  </a:cubicBezTo>
                  <a:cubicBezTo>
                    <a:pt x="4159" y="6357"/>
                    <a:pt x="4159" y="6609"/>
                    <a:pt x="4033" y="6735"/>
                  </a:cubicBezTo>
                  <a:lnTo>
                    <a:pt x="3056" y="7711"/>
                  </a:lnTo>
                  <a:cubicBezTo>
                    <a:pt x="2993" y="7774"/>
                    <a:pt x="2899" y="7806"/>
                    <a:pt x="2808" y="7806"/>
                  </a:cubicBezTo>
                  <a:cubicBezTo>
                    <a:pt x="2718" y="7806"/>
                    <a:pt x="2631" y="7774"/>
                    <a:pt x="2584" y="7711"/>
                  </a:cubicBezTo>
                  <a:cubicBezTo>
                    <a:pt x="2395" y="7554"/>
                    <a:pt x="2395" y="7365"/>
                    <a:pt x="2584" y="7239"/>
                  </a:cubicBezTo>
                  <a:lnTo>
                    <a:pt x="3560" y="6262"/>
                  </a:lnTo>
                  <a:cubicBezTo>
                    <a:pt x="3608" y="6199"/>
                    <a:pt x="3694" y="6167"/>
                    <a:pt x="3785" y="6167"/>
                  </a:cubicBezTo>
                  <a:close/>
                  <a:moveTo>
                    <a:pt x="4730" y="7113"/>
                  </a:moveTo>
                  <a:cubicBezTo>
                    <a:pt x="4821" y="7113"/>
                    <a:pt x="4915" y="7144"/>
                    <a:pt x="4978" y="7207"/>
                  </a:cubicBezTo>
                  <a:cubicBezTo>
                    <a:pt x="5073" y="7302"/>
                    <a:pt x="5073" y="7554"/>
                    <a:pt x="4978" y="7680"/>
                  </a:cubicBezTo>
                  <a:lnTo>
                    <a:pt x="4001" y="8656"/>
                  </a:lnTo>
                  <a:cubicBezTo>
                    <a:pt x="3938" y="8719"/>
                    <a:pt x="3844" y="8751"/>
                    <a:pt x="3749" y="8751"/>
                  </a:cubicBezTo>
                  <a:cubicBezTo>
                    <a:pt x="3655" y="8751"/>
                    <a:pt x="3560" y="8719"/>
                    <a:pt x="3497" y="8656"/>
                  </a:cubicBezTo>
                  <a:cubicBezTo>
                    <a:pt x="3403" y="8530"/>
                    <a:pt x="3403" y="8310"/>
                    <a:pt x="3497" y="8184"/>
                  </a:cubicBezTo>
                  <a:lnTo>
                    <a:pt x="4505" y="7207"/>
                  </a:lnTo>
                  <a:cubicBezTo>
                    <a:pt x="4553" y="7144"/>
                    <a:pt x="4639" y="7113"/>
                    <a:pt x="4730" y="7113"/>
                  </a:cubicBezTo>
                  <a:close/>
                  <a:moveTo>
                    <a:pt x="4100" y="969"/>
                  </a:moveTo>
                  <a:cubicBezTo>
                    <a:pt x="4190" y="969"/>
                    <a:pt x="4285" y="1001"/>
                    <a:pt x="4348" y="1064"/>
                  </a:cubicBezTo>
                  <a:lnTo>
                    <a:pt x="5041" y="1725"/>
                  </a:lnTo>
                  <a:lnTo>
                    <a:pt x="3938" y="2828"/>
                  </a:lnTo>
                  <a:cubicBezTo>
                    <a:pt x="3560" y="3206"/>
                    <a:pt x="3560" y="3899"/>
                    <a:pt x="3938" y="4277"/>
                  </a:cubicBezTo>
                  <a:cubicBezTo>
                    <a:pt x="4143" y="4482"/>
                    <a:pt x="4411" y="4584"/>
                    <a:pt x="4675" y="4584"/>
                  </a:cubicBezTo>
                  <a:cubicBezTo>
                    <a:pt x="4939" y="4584"/>
                    <a:pt x="5199" y="4482"/>
                    <a:pt x="5388" y="4277"/>
                  </a:cubicBezTo>
                  <a:lnTo>
                    <a:pt x="6396" y="3332"/>
                  </a:lnTo>
                  <a:cubicBezTo>
                    <a:pt x="6443" y="3269"/>
                    <a:pt x="6530" y="3238"/>
                    <a:pt x="6620" y="3238"/>
                  </a:cubicBezTo>
                  <a:cubicBezTo>
                    <a:pt x="6711" y="3238"/>
                    <a:pt x="6805" y="3269"/>
                    <a:pt x="6868" y="3332"/>
                  </a:cubicBezTo>
                  <a:lnTo>
                    <a:pt x="10334" y="6735"/>
                  </a:lnTo>
                  <a:cubicBezTo>
                    <a:pt x="10491" y="6829"/>
                    <a:pt x="10491" y="7113"/>
                    <a:pt x="10365" y="7239"/>
                  </a:cubicBezTo>
                  <a:cubicBezTo>
                    <a:pt x="10302" y="7302"/>
                    <a:pt x="10216" y="7333"/>
                    <a:pt x="10129" y="7333"/>
                  </a:cubicBezTo>
                  <a:cubicBezTo>
                    <a:pt x="10042" y="7333"/>
                    <a:pt x="9956" y="7302"/>
                    <a:pt x="9893" y="7239"/>
                  </a:cubicBezTo>
                  <a:lnTo>
                    <a:pt x="8444" y="5789"/>
                  </a:lnTo>
                  <a:cubicBezTo>
                    <a:pt x="8381" y="5726"/>
                    <a:pt x="8286" y="5695"/>
                    <a:pt x="8195" y="5695"/>
                  </a:cubicBezTo>
                  <a:cubicBezTo>
                    <a:pt x="8105" y="5695"/>
                    <a:pt x="8018" y="5726"/>
                    <a:pt x="7971" y="5789"/>
                  </a:cubicBezTo>
                  <a:cubicBezTo>
                    <a:pt x="7845" y="5884"/>
                    <a:pt x="7845" y="6136"/>
                    <a:pt x="7971" y="6262"/>
                  </a:cubicBezTo>
                  <a:lnTo>
                    <a:pt x="9420" y="7711"/>
                  </a:lnTo>
                  <a:cubicBezTo>
                    <a:pt x="9546" y="7837"/>
                    <a:pt x="9546" y="8058"/>
                    <a:pt x="9420" y="8184"/>
                  </a:cubicBezTo>
                  <a:cubicBezTo>
                    <a:pt x="9357" y="8247"/>
                    <a:pt x="9271" y="8278"/>
                    <a:pt x="9184" y="8278"/>
                  </a:cubicBezTo>
                  <a:cubicBezTo>
                    <a:pt x="9097" y="8278"/>
                    <a:pt x="9011" y="8247"/>
                    <a:pt x="8948" y="8184"/>
                  </a:cubicBezTo>
                  <a:lnTo>
                    <a:pt x="7498" y="6735"/>
                  </a:lnTo>
                  <a:cubicBezTo>
                    <a:pt x="7435" y="6672"/>
                    <a:pt x="7341" y="6640"/>
                    <a:pt x="7250" y="6640"/>
                  </a:cubicBezTo>
                  <a:cubicBezTo>
                    <a:pt x="7160" y="6640"/>
                    <a:pt x="7073" y="6672"/>
                    <a:pt x="7026" y="6735"/>
                  </a:cubicBezTo>
                  <a:cubicBezTo>
                    <a:pt x="6900" y="6829"/>
                    <a:pt x="6900" y="7081"/>
                    <a:pt x="7026" y="7176"/>
                  </a:cubicBezTo>
                  <a:lnTo>
                    <a:pt x="8475" y="8656"/>
                  </a:lnTo>
                  <a:cubicBezTo>
                    <a:pt x="8601" y="8751"/>
                    <a:pt x="8601" y="9003"/>
                    <a:pt x="8475" y="9129"/>
                  </a:cubicBezTo>
                  <a:cubicBezTo>
                    <a:pt x="8412" y="9176"/>
                    <a:pt x="8325" y="9200"/>
                    <a:pt x="8239" y="9200"/>
                  </a:cubicBezTo>
                  <a:cubicBezTo>
                    <a:pt x="8152" y="9200"/>
                    <a:pt x="8066" y="9176"/>
                    <a:pt x="8003" y="9129"/>
                  </a:cubicBezTo>
                  <a:lnTo>
                    <a:pt x="6459" y="7648"/>
                  </a:lnTo>
                  <a:cubicBezTo>
                    <a:pt x="6270" y="7459"/>
                    <a:pt x="6018" y="7396"/>
                    <a:pt x="5797" y="7396"/>
                  </a:cubicBezTo>
                  <a:cubicBezTo>
                    <a:pt x="5797" y="7144"/>
                    <a:pt x="5671" y="6924"/>
                    <a:pt x="5482" y="6735"/>
                  </a:cubicBezTo>
                  <a:cubicBezTo>
                    <a:pt x="5293" y="6514"/>
                    <a:pt x="5041" y="6451"/>
                    <a:pt x="4821" y="6388"/>
                  </a:cubicBezTo>
                  <a:cubicBezTo>
                    <a:pt x="4821" y="6167"/>
                    <a:pt x="4694" y="5947"/>
                    <a:pt x="4505" y="5726"/>
                  </a:cubicBezTo>
                  <a:cubicBezTo>
                    <a:pt x="4285" y="5537"/>
                    <a:pt x="4064" y="5474"/>
                    <a:pt x="3812" y="5411"/>
                  </a:cubicBezTo>
                  <a:cubicBezTo>
                    <a:pt x="3812" y="5191"/>
                    <a:pt x="3718" y="4939"/>
                    <a:pt x="3497" y="4750"/>
                  </a:cubicBezTo>
                  <a:cubicBezTo>
                    <a:pt x="3308" y="4561"/>
                    <a:pt x="3048" y="4466"/>
                    <a:pt x="2785" y="4466"/>
                  </a:cubicBezTo>
                  <a:cubicBezTo>
                    <a:pt x="2521" y="4466"/>
                    <a:pt x="2253" y="4561"/>
                    <a:pt x="2048" y="4750"/>
                  </a:cubicBezTo>
                  <a:lnTo>
                    <a:pt x="1544" y="5254"/>
                  </a:lnTo>
                  <a:lnTo>
                    <a:pt x="819" y="4561"/>
                  </a:lnTo>
                  <a:cubicBezTo>
                    <a:pt x="725" y="4435"/>
                    <a:pt x="725" y="4183"/>
                    <a:pt x="819" y="4088"/>
                  </a:cubicBezTo>
                  <a:lnTo>
                    <a:pt x="3875" y="1064"/>
                  </a:lnTo>
                  <a:cubicBezTo>
                    <a:pt x="3923" y="1001"/>
                    <a:pt x="4009" y="969"/>
                    <a:pt x="4100" y="969"/>
                  </a:cubicBezTo>
                  <a:close/>
                  <a:moveTo>
                    <a:pt x="5718" y="8089"/>
                  </a:moveTo>
                  <a:cubicBezTo>
                    <a:pt x="5805" y="8089"/>
                    <a:pt x="5892" y="8121"/>
                    <a:pt x="5955" y="8184"/>
                  </a:cubicBezTo>
                  <a:cubicBezTo>
                    <a:pt x="6081" y="8310"/>
                    <a:pt x="6081" y="8530"/>
                    <a:pt x="5955" y="8656"/>
                  </a:cubicBezTo>
                  <a:lnTo>
                    <a:pt x="4978" y="9633"/>
                  </a:lnTo>
                  <a:cubicBezTo>
                    <a:pt x="4915" y="9696"/>
                    <a:pt x="4821" y="9728"/>
                    <a:pt x="4730" y="9728"/>
                  </a:cubicBezTo>
                  <a:cubicBezTo>
                    <a:pt x="4639" y="9728"/>
                    <a:pt x="4553" y="9696"/>
                    <a:pt x="4505" y="9633"/>
                  </a:cubicBezTo>
                  <a:cubicBezTo>
                    <a:pt x="4379" y="9507"/>
                    <a:pt x="4379" y="9286"/>
                    <a:pt x="4505" y="9160"/>
                  </a:cubicBezTo>
                  <a:lnTo>
                    <a:pt x="5482" y="8184"/>
                  </a:lnTo>
                  <a:cubicBezTo>
                    <a:pt x="5545" y="8121"/>
                    <a:pt x="5632" y="8089"/>
                    <a:pt x="5718" y="8089"/>
                  </a:cubicBezTo>
                  <a:close/>
                  <a:moveTo>
                    <a:pt x="6616" y="8877"/>
                  </a:moveTo>
                  <a:lnTo>
                    <a:pt x="7467" y="9665"/>
                  </a:lnTo>
                  <a:cubicBezTo>
                    <a:pt x="7593" y="9759"/>
                    <a:pt x="7593" y="9980"/>
                    <a:pt x="7435" y="10106"/>
                  </a:cubicBezTo>
                  <a:cubicBezTo>
                    <a:pt x="7388" y="10169"/>
                    <a:pt x="7286" y="10200"/>
                    <a:pt x="7179" y="10200"/>
                  </a:cubicBezTo>
                  <a:cubicBezTo>
                    <a:pt x="7073" y="10200"/>
                    <a:pt x="6963" y="10169"/>
                    <a:pt x="6900" y="10106"/>
                  </a:cubicBezTo>
                  <a:lnTo>
                    <a:pt x="6207" y="9412"/>
                  </a:lnTo>
                  <a:lnTo>
                    <a:pt x="6427" y="9160"/>
                  </a:lnTo>
                  <a:cubicBezTo>
                    <a:pt x="6522" y="9097"/>
                    <a:pt x="6585" y="8971"/>
                    <a:pt x="6616" y="8877"/>
                  </a:cubicBezTo>
                  <a:close/>
                  <a:moveTo>
                    <a:pt x="7309" y="0"/>
                  </a:moveTo>
                  <a:cubicBezTo>
                    <a:pt x="7042" y="0"/>
                    <a:pt x="6774" y="103"/>
                    <a:pt x="6585" y="308"/>
                  </a:cubicBezTo>
                  <a:lnTo>
                    <a:pt x="5608" y="1284"/>
                  </a:lnTo>
                  <a:lnTo>
                    <a:pt x="4852" y="560"/>
                  </a:lnTo>
                  <a:cubicBezTo>
                    <a:pt x="4656" y="394"/>
                    <a:pt x="4409" y="307"/>
                    <a:pt x="4163" y="307"/>
                  </a:cubicBezTo>
                  <a:cubicBezTo>
                    <a:pt x="3897" y="307"/>
                    <a:pt x="3631" y="409"/>
                    <a:pt x="3434" y="623"/>
                  </a:cubicBezTo>
                  <a:lnTo>
                    <a:pt x="410" y="3647"/>
                  </a:lnTo>
                  <a:cubicBezTo>
                    <a:pt x="0" y="4025"/>
                    <a:pt x="0" y="4718"/>
                    <a:pt x="410" y="5096"/>
                  </a:cubicBezTo>
                  <a:lnTo>
                    <a:pt x="1103" y="5821"/>
                  </a:lnTo>
                  <a:cubicBezTo>
                    <a:pt x="725" y="6199"/>
                    <a:pt x="725" y="6829"/>
                    <a:pt x="1103" y="7239"/>
                  </a:cubicBezTo>
                  <a:cubicBezTo>
                    <a:pt x="1292" y="7428"/>
                    <a:pt x="1544" y="7491"/>
                    <a:pt x="1765" y="7554"/>
                  </a:cubicBezTo>
                  <a:cubicBezTo>
                    <a:pt x="1765" y="7774"/>
                    <a:pt x="1891" y="8026"/>
                    <a:pt x="2080" y="8215"/>
                  </a:cubicBezTo>
                  <a:cubicBezTo>
                    <a:pt x="2300" y="8404"/>
                    <a:pt x="2521" y="8499"/>
                    <a:pt x="2773" y="8530"/>
                  </a:cubicBezTo>
                  <a:cubicBezTo>
                    <a:pt x="2773" y="8751"/>
                    <a:pt x="2867" y="9003"/>
                    <a:pt x="3088" y="9192"/>
                  </a:cubicBezTo>
                  <a:cubicBezTo>
                    <a:pt x="3277" y="9381"/>
                    <a:pt x="3497" y="9475"/>
                    <a:pt x="3749" y="9507"/>
                  </a:cubicBezTo>
                  <a:cubicBezTo>
                    <a:pt x="3749" y="9759"/>
                    <a:pt x="3875" y="9980"/>
                    <a:pt x="4064" y="10169"/>
                  </a:cubicBezTo>
                  <a:cubicBezTo>
                    <a:pt x="4253" y="10373"/>
                    <a:pt x="4521" y="10476"/>
                    <a:pt x="4789" y="10476"/>
                  </a:cubicBezTo>
                  <a:cubicBezTo>
                    <a:pt x="5057" y="10476"/>
                    <a:pt x="5325" y="10373"/>
                    <a:pt x="5514" y="10169"/>
                  </a:cubicBezTo>
                  <a:lnTo>
                    <a:pt x="5766" y="9948"/>
                  </a:lnTo>
                  <a:lnTo>
                    <a:pt x="6459" y="10673"/>
                  </a:lnTo>
                  <a:cubicBezTo>
                    <a:pt x="6664" y="10862"/>
                    <a:pt x="6939" y="10956"/>
                    <a:pt x="7219" y="10956"/>
                  </a:cubicBezTo>
                  <a:cubicBezTo>
                    <a:pt x="7498" y="10956"/>
                    <a:pt x="7782" y="10862"/>
                    <a:pt x="8003" y="10673"/>
                  </a:cubicBezTo>
                  <a:cubicBezTo>
                    <a:pt x="8192" y="10452"/>
                    <a:pt x="8286" y="10232"/>
                    <a:pt x="8318" y="9980"/>
                  </a:cubicBezTo>
                  <a:cubicBezTo>
                    <a:pt x="8538" y="9980"/>
                    <a:pt x="8790" y="9885"/>
                    <a:pt x="8979" y="9665"/>
                  </a:cubicBezTo>
                  <a:cubicBezTo>
                    <a:pt x="9168" y="9475"/>
                    <a:pt x="9263" y="9255"/>
                    <a:pt x="9294" y="9003"/>
                  </a:cubicBezTo>
                  <a:cubicBezTo>
                    <a:pt x="9546" y="9003"/>
                    <a:pt x="9767" y="8877"/>
                    <a:pt x="9956" y="8688"/>
                  </a:cubicBezTo>
                  <a:cubicBezTo>
                    <a:pt x="10176" y="8499"/>
                    <a:pt x="10239" y="8247"/>
                    <a:pt x="10271" y="8026"/>
                  </a:cubicBezTo>
                  <a:cubicBezTo>
                    <a:pt x="10523" y="8026"/>
                    <a:pt x="10743" y="7900"/>
                    <a:pt x="10964" y="7711"/>
                  </a:cubicBezTo>
                  <a:cubicBezTo>
                    <a:pt x="11342" y="7302"/>
                    <a:pt x="11342" y="6640"/>
                    <a:pt x="10964" y="6262"/>
                  </a:cubicBezTo>
                  <a:lnTo>
                    <a:pt x="10680" y="5978"/>
                  </a:lnTo>
                  <a:lnTo>
                    <a:pt x="11594" y="5065"/>
                  </a:lnTo>
                  <a:cubicBezTo>
                    <a:pt x="11909" y="4687"/>
                    <a:pt x="11909" y="4057"/>
                    <a:pt x="11468" y="3647"/>
                  </a:cubicBezTo>
                  <a:lnTo>
                    <a:pt x="8034" y="308"/>
                  </a:lnTo>
                  <a:cubicBezTo>
                    <a:pt x="7845" y="103"/>
                    <a:pt x="7577" y="0"/>
                    <a:pt x="73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/>
          <p:nvPr/>
        </p:nvSpPr>
        <p:spPr>
          <a:xfrm>
            <a:off x="2947236" y="1385451"/>
            <a:ext cx="3210760" cy="3706368"/>
          </a:xfrm>
          <a:custGeom>
            <a:avLst/>
            <a:gdLst/>
            <a:ahLst/>
            <a:cxnLst/>
            <a:rect l="l" t="t" r="r" b="b"/>
            <a:pathLst>
              <a:path w="45868" h="52950" extrusionOk="0">
                <a:moveTo>
                  <a:pt x="22919" y="1"/>
                </a:moveTo>
                <a:lnTo>
                  <a:pt x="1" y="13253"/>
                </a:lnTo>
                <a:lnTo>
                  <a:pt x="1" y="39728"/>
                </a:lnTo>
                <a:lnTo>
                  <a:pt x="22919" y="52950"/>
                </a:lnTo>
                <a:lnTo>
                  <a:pt x="45868" y="39728"/>
                </a:lnTo>
                <a:lnTo>
                  <a:pt x="45868" y="13253"/>
                </a:lnTo>
                <a:lnTo>
                  <a:pt x="22919" y="1"/>
                </a:lnTo>
                <a:close/>
              </a:path>
            </a:pathLst>
          </a:custGeom>
          <a:solidFill>
            <a:srgbClr val="E900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" name="Google Shape;108;p16"/>
          <p:cNvGrpSpPr/>
          <p:nvPr/>
        </p:nvGrpSpPr>
        <p:grpSpPr>
          <a:xfrm>
            <a:off x="3959741" y="3773682"/>
            <a:ext cx="1179416" cy="1361571"/>
            <a:chOff x="3959831" y="3396394"/>
            <a:chExt cx="1179416" cy="1361571"/>
          </a:xfrm>
          <a:solidFill>
            <a:schemeClr val="accent2">
              <a:lumMod val="60000"/>
              <a:lumOff val="40000"/>
              <a:alpha val="75000"/>
            </a:schemeClr>
          </a:solidFill>
        </p:grpSpPr>
        <p:grpSp>
          <p:nvGrpSpPr>
            <p:cNvPr id="110" name="Google Shape;110;p16"/>
            <p:cNvGrpSpPr/>
            <p:nvPr/>
          </p:nvGrpSpPr>
          <p:grpSpPr>
            <a:xfrm>
              <a:off x="4296120" y="3804968"/>
              <a:ext cx="557469" cy="575928"/>
              <a:chOff x="-62148000" y="2027138"/>
              <a:chExt cx="309550" cy="319800"/>
            </a:xfrm>
            <a:grpFill/>
          </p:grpSpPr>
          <p:sp>
            <p:nvSpPr>
              <p:cNvPr id="111" name="Google Shape;111;p16"/>
              <p:cNvSpPr/>
              <p:nvPr/>
            </p:nvSpPr>
            <p:spPr>
              <a:xfrm>
                <a:off x="-62148000" y="2027138"/>
                <a:ext cx="309550" cy="319800"/>
              </a:xfrm>
              <a:custGeom>
                <a:avLst/>
                <a:gdLst/>
                <a:ahLst/>
                <a:cxnLst/>
                <a:rect l="l" t="t" r="r" b="b"/>
                <a:pathLst>
                  <a:path w="12382" h="12792" extrusionOk="0">
                    <a:moveTo>
                      <a:pt x="11594" y="1670"/>
                    </a:moveTo>
                    <a:lnTo>
                      <a:pt x="11594" y="2899"/>
                    </a:lnTo>
                    <a:cubicBezTo>
                      <a:pt x="11594" y="3970"/>
                      <a:pt x="10775" y="4883"/>
                      <a:pt x="9735" y="4946"/>
                    </a:cubicBezTo>
                    <a:cubicBezTo>
                      <a:pt x="9861" y="4631"/>
                      <a:pt x="9924" y="4190"/>
                      <a:pt x="9924" y="3781"/>
                    </a:cubicBezTo>
                    <a:lnTo>
                      <a:pt x="9924" y="1670"/>
                    </a:lnTo>
                    <a:close/>
                    <a:moveTo>
                      <a:pt x="2489" y="1733"/>
                    </a:moveTo>
                    <a:lnTo>
                      <a:pt x="2489" y="3812"/>
                    </a:lnTo>
                    <a:cubicBezTo>
                      <a:pt x="2489" y="4253"/>
                      <a:pt x="2584" y="4631"/>
                      <a:pt x="2678" y="5041"/>
                    </a:cubicBezTo>
                    <a:cubicBezTo>
                      <a:pt x="1638" y="4915"/>
                      <a:pt x="851" y="4033"/>
                      <a:pt x="851" y="2993"/>
                    </a:cubicBezTo>
                    <a:lnTo>
                      <a:pt x="851" y="1733"/>
                    </a:lnTo>
                    <a:close/>
                    <a:moveTo>
                      <a:pt x="9105" y="882"/>
                    </a:moveTo>
                    <a:lnTo>
                      <a:pt x="9105" y="3812"/>
                    </a:lnTo>
                    <a:cubicBezTo>
                      <a:pt x="9105" y="5419"/>
                      <a:pt x="7813" y="6679"/>
                      <a:pt x="6207" y="6679"/>
                    </a:cubicBezTo>
                    <a:cubicBezTo>
                      <a:pt x="4600" y="6679"/>
                      <a:pt x="3308" y="5387"/>
                      <a:pt x="3308" y="3812"/>
                    </a:cubicBezTo>
                    <a:lnTo>
                      <a:pt x="3308" y="882"/>
                    </a:lnTo>
                    <a:close/>
                    <a:moveTo>
                      <a:pt x="6648" y="7467"/>
                    </a:moveTo>
                    <a:lnTo>
                      <a:pt x="6648" y="8601"/>
                    </a:lnTo>
                    <a:lnTo>
                      <a:pt x="5797" y="8601"/>
                    </a:lnTo>
                    <a:lnTo>
                      <a:pt x="5797" y="7467"/>
                    </a:lnTo>
                    <a:cubicBezTo>
                      <a:pt x="5923" y="7467"/>
                      <a:pt x="6081" y="7498"/>
                      <a:pt x="6207" y="7498"/>
                    </a:cubicBezTo>
                    <a:cubicBezTo>
                      <a:pt x="6301" y="7498"/>
                      <a:pt x="6459" y="7498"/>
                      <a:pt x="6648" y="7467"/>
                    </a:cubicBezTo>
                    <a:close/>
                    <a:moveTo>
                      <a:pt x="7057" y="9389"/>
                    </a:moveTo>
                    <a:cubicBezTo>
                      <a:pt x="7309" y="9389"/>
                      <a:pt x="7498" y="9609"/>
                      <a:pt x="7498" y="9830"/>
                    </a:cubicBezTo>
                    <a:lnTo>
                      <a:pt x="7498" y="10271"/>
                    </a:lnTo>
                    <a:lnTo>
                      <a:pt x="5009" y="10271"/>
                    </a:lnTo>
                    <a:lnTo>
                      <a:pt x="5009" y="9830"/>
                    </a:lnTo>
                    <a:lnTo>
                      <a:pt x="4978" y="9830"/>
                    </a:lnTo>
                    <a:cubicBezTo>
                      <a:pt x="4978" y="9609"/>
                      <a:pt x="5167" y="9389"/>
                      <a:pt x="5419" y="9389"/>
                    </a:cubicBezTo>
                    <a:close/>
                    <a:moveTo>
                      <a:pt x="8727" y="11090"/>
                    </a:moveTo>
                    <a:cubicBezTo>
                      <a:pt x="8948" y="11090"/>
                      <a:pt x="9105" y="11279"/>
                      <a:pt x="9105" y="11499"/>
                    </a:cubicBezTo>
                    <a:lnTo>
                      <a:pt x="9105" y="11909"/>
                    </a:lnTo>
                    <a:lnTo>
                      <a:pt x="3308" y="11909"/>
                    </a:lnTo>
                    <a:lnTo>
                      <a:pt x="3308" y="11499"/>
                    </a:lnTo>
                    <a:cubicBezTo>
                      <a:pt x="3308" y="11247"/>
                      <a:pt x="3529" y="11090"/>
                      <a:pt x="3718" y="11090"/>
                    </a:cubicBezTo>
                    <a:close/>
                    <a:moveTo>
                      <a:pt x="2899" y="0"/>
                    </a:moveTo>
                    <a:cubicBezTo>
                      <a:pt x="2647" y="0"/>
                      <a:pt x="2489" y="189"/>
                      <a:pt x="2489" y="410"/>
                    </a:cubicBezTo>
                    <a:lnTo>
                      <a:pt x="2489" y="819"/>
                    </a:lnTo>
                    <a:lnTo>
                      <a:pt x="410" y="819"/>
                    </a:lnTo>
                    <a:cubicBezTo>
                      <a:pt x="221" y="882"/>
                      <a:pt x="0" y="1040"/>
                      <a:pt x="0" y="1292"/>
                    </a:cubicBezTo>
                    <a:lnTo>
                      <a:pt x="0" y="2930"/>
                    </a:lnTo>
                    <a:cubicBezTo>
                      <a:pt x="0" y="4568"/>
                      <a:pt x="1323" y="5860"/>
                      <a:pt x="2930" y="5860"/>
                    </a:cubicBezTo>
                    <a:lnTo>
                      <a:pt x="3119" y="5860"/>
                    </a:lnTo>
                    <a:cubicBezTo>
                      <a:pt x="3560" y="6522"/>
                      <a:pt x="4222" y="7026"/>
                      <a:pt x="4978" y="7309"/>
                    </a:cubicBezTo>
                    <a:lnTo>
                      <a:pt x="4978" y="8695"/>
                    </a:lnTo>
                    <a:cubicBezTo>
                      <a:pt x="4505" y="8853"/>
                      <a:pt x="4159" y="9326"/>
                      <a:pt x="4159" y="9861"/>
                    </a:cubicBezTo>
                    <a:lnTo>
                      <a:pt x="4159" y="10302"/>
                    </a:lnTo>
                    <a:lnTo>
                      <a:pt x="3749" y="10302"/>
                    </a:lnTo>
                    <a:cubicBezTo>
                      <a:pt x="3088" y="10302"/>
                      <a:pt x="2521" y="10869"/>
                      <a:pt x="2521" y="11531"/>
                    </a:cubicBezTo>
                    <a:lnTo>
                      <a:pt x="2521" y="12350"/>
                    </a:lnTo>
                    <a:cubicBezTo>
                      <a:pt x="2521" y="12571"/>
                      <a:pt x="2741" y="12791"/>
                      <a:pt x="2930" y="12791"/>
                    </a:cubicBezTo>
                    <a:lnTo>
                      <a:pt x="9546" y="12791"/>
                    </a:lnTo>
                    <a:cubicBezTo>
                      <a:pt x="9767" y="12791"/>
                      <a:pt x="9924" y="12571"/>
                      <a:pt x="9924" y="12350"/>
                    </a:cubicBezTo>
                    <a:lnTo>
                      <a:pt x="9924" y="11499"/>
                    </a:lnTo>
                    <a:cubicBezTo>
                      <a:pt x="9924" y="10806"/>
                      <a:pt x="9389" y="10271"/>
                      <a:pt x="8727" y="10271"/>
                    </a:cubicBezTo>
                    <a:lnTo>
                      <a:pt x="8286" y="10271"/>
                    </a:lnTo>
                    <a:lnTo>
                      <a:pt x="8286" y="9830"/>
                    </a:lnTo>
                    <a:cubicBezTo>
                      <a:pt x="8286" y="9294"/>
                      <a:pt x="7939" y="8853"/>
                      <a:pt x="7467" y="8664"/>
                    </a:cubicBezTo>
                    <a:lnTo>
                      <a:pt x="7467" y="7278"/>
                    </a:lnTo>
                    <a:cubicBezTo>
                      <a:pt x="8191" y="6994"/>
                      <a:pt x="8885" y="6490"/>
                      <a:pt x="9294" y="5828"/>
                    </a:cubicBezTo>
                    <a:lnTo>
                      <a:pt x="9515" y="5828"/>
                    </a:lnTo>
                    <a:cubicBezTo>
                      <a:pt x="11121" y="5828"/>
                      <a:pt x="12382" y="4505"/>
                      <a:pt x="12382" y="2899"/>
                    </a:cubicBezTo>
                    <a:lnTo>
                      <a:pt x="12382" y="1260"/>
                    </a:lnTo>
                    <a:cubicBezTo>
                      <a:pt x="12382" y="1008"/>
                      <a:pt x="12193" y="819"/>
                      <a:pt x="11972" y="819"/>
                    </a:cubicBezTo>
                    <a:lnTo>
                      <a:pt x="9893" y="819"/>
                    </a:lnTo>
                    <a:lnTo>
                      <a:pt x="9893" y="410"/>
                    </a:lnTo>
                    <a:cubicBezTo>
                      <a:pt x="9893" y="189"/>
                      <a:pt x="9704" y="0"/>
                      <a:pt x="951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2;p16"/>
              <p:cNvSpPr/>
              <p:nvPr/>
            </p:nvSpPr>
            <p:spPr>
              <a:xfrm>
                <a:off x="-62044825" y="2069263"/>
                <a:ext cx="107125" cy="97700"/>
              </a:xfrm>
              <a:custGeom>
                <a:avLst/>
                <a:gdLst/>
                <a:ahLst/>
                <a:cxnLst/>
                <a:rect l="l" t="t" r="r" b="b"/>
                <a:pathLst>
                  <a:path w="4285" h="3908" extrusionOk="0">
                    <a:moveTo>
                      <a:pt x="2111" y="1308"/>
                    </a:moveTo>
                    <a:lnTo>
                      <a:pt x="2237" y="1560"/>
                    </a:lnTo>
                    <a:cubicBezTo>
                      <a:pt x="2300" y="1686"/>
                      <a:pt x="2395" y="1781"/>
                      <a:pt x="2552" y="1812"/>
                    </a:cubicBezTo>
                    <a:lnTo>
                      <a:pt x="2867" y="1844"/>
                    </a:lnTo>
                    <a:lnTo>
                      <a:pt x="2615" y="2033"/>
                    </a:lnTo>
                    <a:cubicBezTo>
                      <a:pt x="2552" y="2127"/>
                      <a:pt x="2458" y="2285"/>
                      <a:pt x="2521" y="2411"/>
                    </a:cubicBezTo>
                    <a:lnTo>
                      <a:pt x="2552" y="2726"/>
                    </a:lnTo>
                    <a:lnTo>
                      <a:pt x="2269" y="2568"/>
                    </a:lnTo>
                    <a:cubicBezTo>
                      <a:pt x="2206" y="2505"/>
                      <a:pt x="2143" y="2505"/>
                      <a:pt x="2080" y="2505"/>
                    </a:cubicBezTo>
                    <a:cubicBezTo>
                      <a:pt x="1985" y="2505"/>
                      <a:pt x="1954" y="2505"/>
                      <a:pt x="1891" y="2568"/>
                    </a:cubicBezTo>
                    <a:lnTo>
                      <a:pt x="1607" y="2726"/>
                    </a:lnTo>
                    <a:lnTo>
                      <a:pt x="1639" y="2411"/>
                    </a:lnTo>
                    <a:cubicBezTo>
                      <a:pt x="1670" y="2285"/>
                      <a:pt x="1607" y="2127"/>
                      <a:pt x="1513" y="2033"/>
                    </a:cubicBezTo>
                    <a:lnTo>
                      <a:pt x="1292" y="1844"/>
                    </a:lnTo>
                    <a:lnTo>
                      <a:pt x="1670" y="1812"/>
                    </a:lnTo>
                    <a:cubicBezTo>
                      <a:pt x="1796" y="1812"/>
                      <a:pt x="1922" y="1686"/>
                      <a:pt x="1985" y="1560"/>
                    </a:cubicBezTo>
                    <a:lnTo>
                      <a:pt x="2111" y="1308"/>
                    </a:lnTo>
                    <a:close/>
                    <a:moveTo>
                      <a:pt x="2143" y="1"/>
                    </a:moveTo>
                    <a:cubicBezTo>
                      <a:pt x="1993" y="1"/>
                      <a:pt x="1843" y="79"/>
                      <a:pt x="1765" y="237"/>
                    </a:cubicBezTo>
                    <a:lnTo>
                      <a:pt x="1355" y="1056"/>
                    </a:lnTo>
                    <a:lnTo>
                      <a:pt x="473" y="1182"/>
                    </a:lnTo>
                    <a:cubicBezTo>
                      <a:pt x="95" y="1214"/>
                      <a:pt x="0" y="1655"/>
                      <a:pt x="221" y="1875"/>
                    </a:cubicBezTo>
                    <a:lnTo>
                      <a:pt x="851" y="2505"/>
                    </a:lnTo>
                    <a:lnTo>
                      <a:pt x="693" y="3419"/>
                    </a:lnTo>
                    <a:cubicBezTo>
                      <a:pt x="668" y="3693"/>
                      <a:pt x="880" y="3908"/>
                      <a:pt x="1110" y="3908"/>
                    </a:cubicBezTo>
                    <a:cubicBezTo>
                      <a:pt x="1171" y="3908"/>
                      <a:pt x="1233" y="3893"/>
                      <a:pt x="1292" y="3860"/>
                    </a:cubicBezTo>
                    <a:lnTo>
                      <a:pt x="2111" y="3419"/>
                    </a:lnTo>
                    <a:lnTo>
                      <a:pt x="2930" y="3860"/>
                    </a:lnTo>
                    <a:cubicBezTo>
                      <a:pt x="2992" y="3891"/>
                      <a:pt x="3056" y="3905"/>
                      <a:pt x="3119" y="3905"/>
                    </a:cubicBezTo>
                    <a:cubicBezTo>
                      <a:pt x="3376" y="3905"/>
                      <a:pt x="3605" y="3672"/>
                      <a:pt x="3529" y="3419"/>
                    </a:cubicBezTo>
                    <a:lnTo>
                      <a:pt x="3371" y="2505"/>
                    </a:lnTo>
                    <a:lnTo>
                      <a:pt x="4033" y="1875"/>
                    </a:lnTo>
                    <a:cubicBezTo>
                      <a:pt x="4285" y="1655"/>
                      <a:pt x="4159" y="1214"/>
                      <a:pt x="3812" y="1182"/>
                    </a:cubicBezTo>
                    <a:lnTo>
                      <a:pt x="2899" y="1056"/>
                    </a:lnTo>
                    <a:lnTo>
                      <a:pt x="2521" y="237"/>
                    </a:lnTo>
                    <a:cubicBezTo>
                      <a:pt x="2442" y="79"/>
                      <a:pt x="2292" y="1"/>
                      <a:pt x="214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9" name="Google Shape;109;p16"/>
            <p:cNvSpPr/>
            <p:nvPr/>
          </p:nvSpPr>
          <p:spPr>
            <a:xfrm>
              <a:off x="3959831" y="3396394"/>
              <a:ext cx="1179416" cy="1361571"/>
            </a:xfrm>
            <a:custGeom>
              <a:avLst/>
              <a:gdLst/>
              <a:ahLst/>
              <a:cxnLst/>
              <a:rect l="l" t="t" r="r" b="b"/>
              <a:pathLst>
                <a:path w="18299" h="21126" extrusionOk="0">
                  <a:moveTo>
                    <a:pt x="9149" y="1"/>
                  </a:moveTo>
                  <a:lnTo>
                    <a:pt x="0" y="5289"/>
                  </a:lnTo>
                  <a:lnTo>
                    <a:pt x="0" y="15837"/>
                  </a:lnTo>
                  <a:lnTo>
                    <a:pt x="9149" y="21126"/>
                  </a:lnTo>
                  <a:lnTo>
                    <a:pt x="18298" y="15837"/>
                  </a:lnTo>
                  <a:lnTo>
                    <a:pt x="18298" y="5289"/>
                  </a:lnTo>
                  <a:lnTo>
                    <a:pt x="91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3" name="Google Shape;113;p16"/>
          <p:cNvGrpSpPr/>
          <p:nvPr/>
        </p:nvGrpSpPr>
        <p:grpSpPr>
          <a:xfrm>
            <a:off x="5487305" y="1813099"/>
            <a:ext cx="2306090" cy="1939494"/>
            <a:chOff x="5487305" y="1813099"/>
            <a:chExt cx="2306090" cy="1939494"/>
          </a:xfrm>
        </p:grpSpPr>
        <p:sp>
          <p:nvSpPr>
            <p:cNvPr id="114" name="Google Shape;114;p16"/>
            <p:cNvSpPr/>
            <p:nvPr/>
          </p:nvSpPr>
          <p:spPr>
            <a:xfrm>
              <a:off x="5487305" y="3511725"/>
              <a:ext cx="101899" cy="96095"/>
            </a:xfrm>
            <a:custGeom>
              <a:avLst/>
              <a:gdLst/>
              <a:ahLst/>
              <a:cxnLst/>
              <a:rect l="l" t="t" r="r" b="b"/>
              <a:pathLst>
                <a:path w="1581" h="1491" extrusionOk="0">
                  <a:moveTo>
                    <a:pt x="699" y="1"/>
                  </a:moveTo>
                  <a:lnTo>
                    <a:pt x="0" y="1429"/>
                  </a:lnTo>
                  <a:lnTo>
                    <a:pt x="1581" y="1490"/>
                  </a:lnTo>
                  <a:lnTo>
                    <a:pt x="69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6066181" y="1813099"/>
              <a:ext cx="1678988" cy="1939494"/>
            </a:xfrm>
            <a:custGeom>
              <a:avLst/>
              <a:gdLst/>
              <a:ahLst/>
              <a:cxnLst/>
              <a:rect l="l" t="t" r="r" b="b"/>
              <a:pathLst>
                <a:path w="26050" h="30093" extrusionOk="0">
                  <a:moveTo>
                    <a:pt x="13040" y="1"/>
                  </a:moveTo>
                  <a:lnTo>
                    <a:pt x="0" y="7539"/>
                  </a:lnTo>
                  <a:lnTo>
                    <a:pt x="0" y="22584"/>
                  </a:lnTo>
                  <a:lnTo>
                    <a:pt x="13040" y="30092"/>
                  </a:lnTo>
                  <a:lnTo>
                    <a:pt x="26049" y="22584"/>
                  </a:lnTo>
                  <a:lnTo>
                    <a:pt x="26049" y="7539"/>
                  </a:lnTo>
                  <a:lnTo>
                    <a:pt x="130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6069225" y="2866388"/>
              <a:ext cx="16791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Obtener financiamiento mediante OPP</a:t>
              </a:r>
              <a:endParaRPr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17" name="Google Shape;117;p16"/>
            <p:cNvSpPr txBox="1"/>
            <p:nvPr/>
          </p:nvSpPr>
          <p:spPr>
            <a:xfrm>
              <a:off x="6017955" y="2602521"/>
              <a:ext cx="177544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Financiamiento</a:t>
              </a:r>
              <a:endParaRPr sz="1600" b="1" dirty="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6674330" y="2086710"/>
              <a:ext cx="468904" cy="468886"/>
            </a:xfrm>
            <a:custGeom>
              <a:avLst/>
              <a:gdLst/>
              <a:ahLst/>
              <a:cxnLst/>
              <a:rect l="l" t="t" r="r" b="b"/>
              <a:pathLst>
                <a:path w="11689" h="11690" extrusionOk="0">
                  <a:moveTo>
                    <a:pt x="5766" y="662"/>
                  </a:moveTo>
                  <a:cubicBezTo>
                    <a:pt x="8602" y="662"/>
                    <a:pt x="10933" y="2962"/>
                    <a:pt x="10933" y="5798"/>
                  </a:cubicBezTo>
                  <a:cubicBezTo>
                    <a:pt x="10933" y="6806"/>
                    <a:pt x="10649" y="7783"/>
                    <a:pt x="10114" y="8602"/>
                  </a:cubicBezTo>
                  <a:lnTo>
                    <a:pt x="10145" y="8444"/>
                  </a:lnTo>
                  <a:cubicBezTo>
                    <a:pt x="10177" y="8350"/>
                    <a:pt x="10145" y="8224"/>
                    <a:pt x="10082" y="8129"/>
                  </a:cubicBezTo>
                  <a:cubicBezTo>
                    <a:pt x="9988" y="8066"/>
                    <a:pt x="9862" y="8035"/>
                    <a:pt x="9767" y="8035"/>
                  </a:cubicBezTo>
                  <a:lnTo>
                    <a:pt x="9641" y="8066"/>
                  </a:lnTo>
                  <a:cubicBezTo>
                    <a:pt x="10019" y="7405"/>
                    <a:pt x="10240" y="6617"/>
                    <a:pt x="10240" y="5829"/>
                  </a:cubicBezTo>
                  <a:cubicBezTo>
                    <a:pt x="10240" y="3372"/>
                    <a:pt x="8223" y="1356"/>
                    <a:pt x="5766" y="1356"/>
                  </a:cubicBezTo>
                  <a:cubicBezTo>
                    <a:pt x="5136" y="1356"/>
                    <a:pt x="4506" y="1482"/>
                    <a:pt x="3970" y="1765"/>
                  </a:cubicBezTo>
                  <a:cubicBezTo>
                    <a:pt x="3813" y="1828"/>
                    <a:pt x="3718" y="2017"/>
                    <a:pt x="3813" y="2175"/>
                  </a:cubicBezTo>
                  <a:lnTo>
                    <a:pt x="3970" y="2553"/>
                  </a:lnTo>
                  <a:lnTo>
                    <a:pt x="2710" y="2742"/>
                  </a:lnTo>
                  <a:lnTo>
                    <a:pt x="2301" y="2773"/>
                  </a:lnTo>
                  <a:cubicBezTo>
                    <a:pt x="2364" y="2647"/>
                    <a:pt x="2710" y="1324"/>
                    <a:pt x="2742" y="1198"/>
                  </a:cubicBezTo>
                  <a:lnTo>
                    <a:pt x="2836" y="1293"/>
                  </a:lnTo>
                  <a:cubicBezTo>
                    <a:pt x="2898" y="1354"/>
                    <a:pt x="2986" y="1402"/>
                    <a:pt x="3084" y="1402"/>
                  </a:cubicBezTo>
                  <a:cubicBezTo>
                    <a:pt x="3136" y="1402"/>
                    <a:pt x="3191" y="1389"/>
                    <a:pt x="3246" y="1356"/>
                  </a:cubicBezTo>
                  <a:cubicBezTo>
                    <a:pt x="4033" y="883"/>
                    <a:pt x="4915" y="662"/>
                    <a:pt x="5766" y="662"/>
                  </a:cubicBezTo>
                  <a:close/>
                  <a:moveTo>
                    <a:pt x="6144" y="2080"/>
                  </a:moveTo>
                  <a:cubicBezTo>
                    <a:pt x="7940" y="2238"/>
                    <a:pt x="9358" y="3687"/>
                    <a:pt x="9515" y="5451"/>
                  </a:cubicBezTo>
                  <a:lnTo>
                    <a:pt x="9200" y="5451"/>
                  </a:lnTo>
                  <a:cubicBezTo>
                    <a:pt x="9011" y="5451"/>
                    <a:pt x="8854" y="5609"/>
                    <a:pt x="8854" y="5829"/>
                  </a:cubicBezTo>
                  <a:cubicBezTo>
                    <a:pt x="8854" y="6018"/>
                    <a:pt x="9011" y="6176"/>
                    <a:pt x="9200" y="6176"/>
                  </a:cubicBezTo>
                  <a:lnTo>
                    <a:pt x="9515" y="6176"/>
                  </a:lnTo>
                  <a:cubicBezTo>
                    <a:pt x="9452" y="6932"/>
                    <a:pt x="9169" y="7657"/>
                    <a:pt x="8665" y="8255"/>
                  </a:cubicBezTo>
                  <a:lnTo>
                    <a:pt x="6995" y="8570"/>
                  </a:lnTo>
                  <a:cubicBezTo>
                    <a:pt x="6900" y="8602"/>
                    <a:pt x="6806" y="8665"/>
                    <a:pt x="6774" y="8759"/>
                  </a:cubicBezTo>
                  <a:cubicBezTo>
                    <a:pt x="6743" y="8885"/>
                    <a:pt x="6743" y="9011"/>
                    <a:pt x="6806" y="9074"/>
                  </a:cubicBezTo>
                  <a:lnTo>
                    <a:pt x="6995" y="9389"/>
                  </a:lnTo>
                  <a:cubicBezTo>
                    <a:pt x="6743" y="9484"/>
                    <a:pt x="6459" y="9547"/>
                    <a:pt x="6176" y="9547"/>
                  </a:cubicBezTo>
                  <a:lnTo>
                    <a:pt x="6176" y="9232"/>
                  </a:lnTo>
                  <a:cubicBezTo>
                    <a:pt x="6176" y="9043"/>
                    <a:pt x="6018" y="8885"/>
                    <a:pt x="5829" y="8885"/>
                  </a:cubicBezTo>
                  <a:cubicBezTo>
                    <a:pt x="5640" y="8885"/>
                    <a:pt x="5483" y="9043"/>
                    <a:pt x="5483" y="9232"/>
                  </a:cubicBezTo>
                  <a:lnTo>
                    <a:pt x="5483" y="9547"/>
                  </a:lnTo>
                  <a:cubicBezTo>
                    <a:pt x="3655" y="9389"/>
                    <a:pt x="2238" y="7940"/>
                    <a:pt x="2080" y="6176"/>
                  </a:cubicBezTo>
                  <a:lnTo>
                    <a:pt x="2395" y="6176"/>
                  </a:lnTo>
                  <a:cubicBezTo>
                    <a:pt x="2584" y="6176"/>
                    <a:pt x="2742" y="6018"/>
                    <a:pt x="2742" y="5829"/>
                  </a:cubicBezTo>
                  <a:cubicBezTo>
                    <a:pt x="2742" y="5609"/>
                    <a:pt x="2584" y="5451"/>
                    <a:pt x="2395" y="5451"/>
                  </a:cubicBezTo>
                  <a:lnTo>
                    <a:pt x="2080" y="5451"/>
                  </a:lnTo>
                  <a:cubicBezTo>
                    <a:pt x="2175" y="4727"/>
                    <a:pt x="2427" y="3971"/>
                    <a:pt x="2962" y="3372"/>
                  </a:cubicBezTo>
                  <a:lnTo>
                    <a:pt x="4474" y="3183"/>
                  </a:lnTo>
                  <a:cubicBezTo>
                    <a:pt x="4600" y="3183"/>
                    <a:pt x="4663" y="3088"/>
                    <a:pt x="4726" y="3025"/>
                  </a:cubicBezTo>
                  <a:cubicBezTo>
                    <a:pt x="4758" y="2931"/>
                    <a:pt x="4758" y="2836"/>
                    <a:pt x="4726" y="2710"/>
                  </a:cubicBezTo>
                  <a:lnTo>
                    <a:pt x="4506" y="2269"/>
                  </a:lnTo>
                  <a:cubicBezTo>
                    <a:pt x="4789" y="2143"/>
                    <a:pt x="5104" y="2112"/>
                    <a:pt x="5420" y="2080"/>
                  </a:cubicBezTo>
                  <a:lnTo>
                    <a:pt x="5420" y="2395"/>
                  </a:lnTo>
                  <a:cubicBezTo>
                    <a:pt x="5420" y="2584"/>
                    <a:pt x="5577" y="2742"/>
                    <a:pt x="5766" y="2742"/>
                  </a:cubicBezTo>
                  <a:cubicBezTo>
                    <a:pt x="5987" y="2742"/>
                    <a:pt x="6144" y="2584"/>
                    <a:pt x="6144" y="2395"/>
                  </a:cubicBezTo>
                  <a:lnTo>
                    <a:pt x="6144" y="2080"/>
                  </a:lnTo>
                  <a:close/>
                  <a:moveTo>
                    <a:pt x="1607" y="2899"/>
                  </a:moveTo>
                  <a:lnTo>
                    <a:pt x="1544" y="3151"/>
                  </a:lnTo>
                  <a:cubicBezTo>
                    <a:pt x="1481" y="3246"/>
                    <a:pt x="1544" y="3372"/>
                    <a:pt x="1607" y="3466"/>
                  </a:cubicBezTo>
                  <a:cubicBezTo>
                    <a:pt x="1670" y="3529"/>
                    <a:pt x="1796" y="3561"/>
                    <a:pt x="1922" y="3561"/>
                  </a:cubicBezTo>
                  <a:lnTo>
                    <a:pt x="1985" y="3561"/>
                  </a:lnTo>
                  <a:cubicBezTo>
                    <a:pt x="1607" y="4254"/>
                    <a:pt x="1387" y="5042"/>
                    <a:pt x="1387" y="5861"/>
                  </a:cubicBezTo>
                  <a:cubicBezTo>
                    <a:pt x="1387" y="8287"/>
                    <a:pt x="3372" y="10303"/>
                    <a:pt x="5829" y="10303"/>
                  </a:cubicBezTo>
                  <a:cubicBezTo>
                    <a:pt x="6459" y="10303"/>
                    <a:pt x="7089" y="10177"/>
                    <a:pt x="7688" y="9925"/>
                  </a:cubicBezTo>
                  <a:cubicBezTo>
                    <a:pt x="7751" y="9862"/>
                    <a:pt x="7845" y="9799"/>
                    <a:pt x="7877" y="9704"/>
                  </a:cubicBezTo>
                  <a:cubicBezTo>
                    <a:pt x="7908" y="9641"/>
                    <a:pt x="7877" y="9515"/>
                    <a:pt x="7845" y="9452"/>
                  </a:cubicBezTo>
                  <a:lnTo>
                    <a:pt x="7688" y="9200"/>
                  </a:lnTo>
                  <a:lnTo>
                    <a:pt x="9421" y="8854"/>
                  </a:lnTo>
                  <a:lnTo>
                    <a:pt x="9421" y="8854"/>
                  </a:lnTo>
                  <a:cubicBezTo>
                    <a:pt x="9326" y="9200"/>
                    <a:pt x="9074" y="10177"/>
                    <a:pt x="9011" y="10492"/>
                  </a:cubicBezTo>
                  <a:lnTo>
                    <a:pt x="8759" y="10303"/>
                  </a:lnTo>
                  <a:cubicBezTo>
                    <a:pt x="8708" y="10235"/>
                    <a:pt x="8640" y="10204"/>
                    <a:pt x="8567" y="10204"/>
                  </a:cubicBezTo>
                  <a:cubicBezTo>
                    <a:pt x="8505" y="10204"/>
                    <a:pt x="8439" y="10228"/>
                    <a:pt x="8381" y="10271"/>
                  </a:cubicBezTo>
                  <a:cubicBezTo>
                    <a:pt x="7593" y="10744"/>
                    <a:pt x="6680" y="10965"/>
                    <a:pt x="5829" y="10965"/>
                  </a:cubicBezTo>
                  <a:cubicBezTo>
                    <a:pt x="2994" y="10965"/>
                    <a:pt x="662" y="8665"/>
                    <a:pt x="662" y="5829"/>
                  </a:cubicBezTo>
                  <a:cubicBezTo>
                    <a:pt x="662" y="4758"/>
                    <a:pt x="977" y="3781"/>
                    <a:pt x="1607" y="2899"/>
                  </a:cubicBezTo>
                  <a:close/>
                  <a:moveTo>
                    <a:pt x="5766" y="1"/>
                  </a:moveTo>
                  <a:cubicBezTo>
                    <a:pt x="4884" y="1"/>
                    <a:pt x="3970" y="221"/>
                    <a:pt x="3151" y="662"/>
                  </a:cubicBezTo>
                  <a:lnTo>
                    <a:pt x="2836" y="316"/>
                  </a:lnTo>
                  <a:cubicBezTo>
                    <a:pt x="2765" y="245"/>
                    <a:pt x="2677" y="210"/>
                    <a:pt x="2597" y="210"/>
                  </a:cubicBezTo>
                  <a:cubicBezTo>
                    <a:pt x="2570" y="210"/>
                    <a:pt x="2545" y="214"/>
                    <a:pt x="2521" y="221"/>
                  </a:cubicBezTo>
                  <a:cubicBezTo>
                    <a:pt x="2395" y="253"/>
                    <a:pt x="2301" y="347"/>
                    <a:pt x="2269" y="473"/>
                  </a:cubicBezTo>
                  <a:lnTo>
                    <a:pt x="1985" y="1450"/>
                  </a:lnTo>
                  <a:cubicBezTo>
                    <a:pt x="694" y="2553"/>
                    <a:pt x="1" y="4160"/>
                    <a:pt x="1" y="5829"/>
                  </a:cubicBezTo>
                  <a:cubicBezTo>
                    <a:pt x="1" y="7342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774" y="11689"/>
                    <a:pt x="7719" y="11437"/>
                    <a:pt x="8539" y="11028"/>
                  </a:cubicBezTo>
                  <a:lnTo>
                    <a:pt x="8980" y="11406"/>
                  </a:lnTo>
                  <a:cubicBezTo>
                    <a:pt x="9027" y="11477"/>
                    <a:pt x="9110" y="11512"/>
                    <a:pt x="9201" y="11512"/>
                  </a:cubicBezTo>
                  <a:cubicBezTo>
                    <a:pt x="9232" y="11512"/>
                    <a:pt x="9263" y="11508"/>
                    <a:pt x="9295" y="11500"/>
                  </a:cubicBezTo>
                  <a:cubicBezTo>
                    <a:pt x="9421" y="11437"/>
                    <a:pt x="9484" y="11374"/>
                    <a:pt x="9515" y="11248"/>
                  </a:cubicBezTo>
                  <a:lnTo>
                    <a:pt x="9799" y="10114"/>
                  </a:lnTo>
                  <a:cubicBezTo>
                    <a:pt x="10996" y="9011"/>
                    <a:pt x="11689" y="7468"/>
                    <a:pt x="11689" y="5861"/>
                  </a:cubicBezTo>
                  <a:cubicBezTo>
                    <a:pt x="11658" y="2616"/>
                    <a:pt x="9011" y="1"/>
                    <a:pt x="57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5524492" y="3245358"/>
              <a:ext cx="570147" cy="338943"/>
            </a:xfrm>
            <a:custGeom>
              <a:avLst/>
              <a:gdLst/>
              <a:ahLst/>
              <a:cxnLst/>
              <a:rect l="l" t="t" r="r" b="b"/>
              <a:pathLst>
                <a:path w="8846" h="5259" extrusionOk="0">
                  <a:moveTo>
                    <a:pt x="8724" y="0"/>
                  </a:moveTo>
                  <a:lnTo>
                    <a:pt x="1" y="5076"/>
                  </a:lnTo>
                  <a:lnTo>
                    <a:pt x="92" y="5259"/>
                  </a:lnTo>
                  <a:lnTo>
                    <a:pt x="8846" y="182"/>
                  </a:lnTo>
                  <a:lnTo>
                    <a:pt x="872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3723257" y="747775"/>
            <a:ext cx="1681764" cy="2198808"/>
            <a:chOff x="3731561" y="1001475"/>
            <a:chExt cx="1681764" cy="2198808"/>
          </a:xfrm>
        </p:grpSpPr>
        <p:sp>
          <p:nvSpPr>
            <p:cNvPr id="123" name="Google Shape;123;p16"/>
            <p:cNvSpPr/>
            <p:nvPr/>
          </p:nvSpPr>
          <p:spPr>
            <a:xfrm>
              <a:off x="4517134" y="3114049"/>
              <a:ext cx="111696" cy="86234"/>
            </a:xfrm>
            <a:custGeom>
              <a:avLst/>
              <a:gdLst/>
              <a:ahLst/>
              <a:cxnLst/>
              <a:rect l="l" t="t" r="r" b="b"/>
              <a:pathLst>
                <a:path w="1733" h="1338" extrusionOk="0">
                  <a:moveTo>
                    <a:pt x="0" y="0"/>
                  </a:moveTo>
                  <a:lnTo>
                    <a:pt x="851" y="1337"/>
                  </a:lnTo>
                  <a:lnTo>
                    <a:pt x="173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4564117" y="2533358"/>
              <a:ext cx="15726" cy="605379"/>
            </a:xfrm>
            <a:custGeom>
              <a:avLst/>
              <a:gdLst/>
              <a:ahLst/>
              <a:cxnLst/>
              <a:rect l="l" t="t" r="r" b="b"/>
              <a:pathLst>
                <a:path w="244" h="9393" extrusionOk="0">
                  <a:moveTo>
                    <a:pt x="1" y="0"/>
                  </a:moveTo>
                  <a:lnTo>
                    <a:pt x="31" y="9393"/>
                  </a:lnTo>
                  <a:lnTo>
                    <a:pt x="244" y="9393"/>
                  </a:lnTo>
                  <a:lnTo>
                    <a:pt x="2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3731561" y="1001475"/>
              <a:ext cx="1680921" cy="1941427"/>
            </a:xfrm>
            <a:custGeom>
              <a:avLst/>
              <a:gdLst/>
              <a:ahLst/>
              <a:cxnLst/>
              <a:rect l="l" t="t" r="r" b="b"/>
              <a:pathLst>
                <a:path w="26080" h="30123" extrusionOk="0">
                  <a:moveTo>
                    <a:pt x="13040" y="0"/>
                  </a:moveTo>
                  <a:lnTo>
                    <a:pt x="0" y="7538"/>
                  </a:lnTo>
                  <a:lnTo>
                    <a:pt x="0" y="22584"/>
                  </a:lnTo>
                  <a:lnTo>
                    <a:pt x="13040" y="30122"/>
                  </a:lnTo>
                  <a:lnTo>
                    <a:pt x="26080" y="22584"/>
                  </a:lnTo>
                  <a:lnTo>
                    <a:pt x="26080" y="7538"/>
                  </a:lnTo>
                  <a:lnTo>
                    <a:pt x="1304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3732425" y="2055312"/>
              <a:ext cx="16809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Patrimonio diversificado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3972062" y="1815530"/>
              <a:ext cx="1284897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Equity</a:t>
              </a:r>
              <a:endParaRPr sz="1800" b="1" dirty="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4600758" y="1327771"/>
              <a:ext cx="139079" cy="165895"/>
            </a:xfrm>
            <a:custGeom>
              <a:avLst/>
              <a:gdLst/>
              <a:ahLst/>
              <a:cxnLst/>
              <a:rect l="l" t="t" r="r" b="b"/>
              <a:pathLst>
                <a:path w="3467" h="4136" extrusionOk="0">
                  <a:moveTo>
                    <a:pt x="2049" y="1386"/>
                  </a:moveTo>
                  <a:cubicBezTo>
                    <a:pt x="2017" y="1764"/>
                    <a:pt x="1923" y="2111"/>
                    <a:pt x="1734" y="2426"/>
                  </a:cubicBezTo>
                  <a:cubicBezTo>
                    <a:pt x="1576" y="2111"/>
                    <a:pt x="1450" y="1764"/>
                    <a:pt x="1418" y="1386"/>
                  </a:cubicBezTo>
                  <a:close/>
                  <a:moveTo>
                    <a:pt x="1734" y="0"/>
                  </a:moveTo>
                  <a:cubicBezTo>
                    <a:pt x="1545" y="0"/>
                    <a:pt x="1387" y="158"/>
                    <a:pt x="1387" y="347"/>
                  </a:cubicBezTo>
                  <a:lnTo>
                    <a:pt x="1387" y="693"/>
                  </a:lnTo>
                  <a:lnTo>
                    <a:pt x="347" y="693"/>
                  </a:lnTo>
                  <a:cubicBezTo>
                    <a:pt x="158" y="693"/>
                    <a:pt x="1" y="851"/>
                    <a:pt x="1" y="1071"/>
                  </a:cubicBezTo>
                  <a:cubicBezTo>
                    <a:pt x="1" y="1260"/>
                    <a:pt x="158" y="1418"/>
                    <a:pt x="347" y="1418"/>
                  </a:cubicBezTo>
                  <a:lnTo>
                    <a:pt x="694" y="1418"/>
                  </a:lnTo>
                  <a:cubicBezTo>
                    <a:pt x="757" y="2016"/>
                    <a:pt x="946" y="2552"/>
                    <a:pt x="1292" y="3056"/>
                  </a:cubicBezTo>
                  <a:lnTo>
                    <a:pt x="788" y="3592"/>
                  </a:lnTo>
                  <a:cubicBezTo>
                    <a:pt x="662" y="3686"/>
                    <a:pt x="662" y="3938"/>
                    <a:pt x="788" y="4064"/>
                  </a:cubicBezTo>
                  <a:cubicBezTo>
                    <a:pt x="851" y="4111"/>
                    <a:pt x="938" y="4135"/>
                    <a:pt x="1025" y="4135"/>
                  </a:cubicBezTo>
                  <a:cubicBezTo>
                    <a:pt x="1111" y="4135"/>
                    <a:pt x="1198" y="4111"/>
                    <a:pt x="1261" y="4064"/>
                  </a:cubicBezTo>
                  <a:lnTo>
                    <a:pt x="1702" y="3623"/>
                  </a:lnTo>
                  <a:lnTo>
                    <a:pt x="2112" y="4064"/>
                  </a:lnTo>
                  <a:cubicBezTo>
                    <a:pt x="2175" y="4111"/>
                    <a:pt x="2269" y="4135"/>
                    <a:pt x="2360" y="4135"/>
                  </a:cubicBezTo>
                  <a:cubicBezTo>
                    <a:pt x="2450" y="4135"/>
                    <a:pt x="2537" y="4111"/>
                    <a:pt x="2584" y="4064"/>
                  </a:cubicBezTo>
                  <a:cubicBezTo>
                    <a:pt x="2710" y="3938"/>
                    <a:pt x="2710" y="3686"/>
                    <a:pt x="2584" y="3592"/>
                  </a:cubicBezTo>
                  <a:lnTo>
                    <a:pt x="2080" y="3056"/>
                  </a:lnTo>
                  <a:cubicBezTo>
                    <a:pt x="2395" y="2552"/>
                    <a:pt x="2584" y="2016"/>
                    <a:pt x="2679" y="1418"/>
                  </a:cubicBezTo>
                  <a:lnTo>
                    <a:pt x="3025" y="1418"/>
                  </a:lnTo>
                  <a:cubicBezTo>
                    <a:pt x="3214" y="1418"/>
                    <a:pt x="3372" y="1260"/>
                    <a:pt x="3372" y="1071"/>
                  </a:cubicBezTo>
                  <a:cubicBezTo>
                    <a:pt x="3466" y="851"/>
                    <a:pt x="3309" y="693"/>
                    <a:pt x="3120" y="693"/>
                  </a:cubicBez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4340412" y="1273422"/>
              <a:ext cx="468904" cy="468324"/>
            </a:xfrm>
            <a:custGeom>
              <a:avLst/>
              <a:gdLst/>
              <a:ahLst/>
              <a:cxnLst/>
              <a:rect l="l" t="t" r="r" b="b"/>
              <a:pathLst>
                <a:path w="11689" h="11676" extrusionOk="0">
                  <a:moveTo>
                    <a:pt x="8192" y="630"/>
                  </a:moveTo>
                  <a:cubicBezTo>
                    <a:pt x="9704" y="630"/>
                    <a:pt x="10933" y="1859"/>
                    <a:pt x="10933" y="3403"/>
                  </a:cubicBezTo>
                  <a:cubicBezTo>
                    <a:pt x="10964" y="4947"/>
                    <a:pt x="9767" y="6144"/>
                    <a:pt x="8224" y="6144"/>
                  </a:cubicBezTo>
                  <a:cubicBezTo>
                    <a:pt x="7656" y="6144"/>
                    <a:pt x="7152" y="5986"/>
                    <a:pt x="6711" y="5671"/>
                  </a:cubicBezTo>
                  <a:cubicBezTo>
                    <a:pt x="6674" y="5634"/>
                    <a:pt x="6616" y="5619"/>
                    <a:pt x="6548" y="5619"/>
                  </a:cubicBezTo>
                  <a:cubicBezTo>
                    <a:pt x="6501" y="5619"/>
                    <a:pt x="6448" y="5627"/>
                    <a:pt x="6396" y="5640"/>
                  </a:cubicBezTo>
                  <a:lnTo>
                    <a:pt x="5609" y="5923"/>
                  </a:lnTo>
                  <a:lnTo>
                    <a:pt x="5861" y="4947"/>
                  </a:lnTo>
                  <a:cubicBezTo>
                    <a:pt x="5861" y="4852"/>
                    <a:pt x="5861" y="4789"/>
                    <a:pt x="5829" y="4695"/>
                  </a:cubicBezTo>
                  <a:cubicBezTo>
                    <a:pt x="5577" y="4317"/>
                    <a:pt x="5451" y="3844"/>
                    <a:pt x="5451" y="3403"/>
                  </a:cubicBezTo>
                  <a:cubicBezTo>
                    <a:pt x="5451" y="1859"/>
                    <a:pt x="6680" y="630"/>
                    <a:pt x="8192" y="630"/>
                  </a:cubicBezTo>
                  <a:close/>
                  <a:moveTo>
                    <a:pt x="3403" y="5545"/>
                  </a:moveTo>
                  <a:cubicBezTo>
                    <a:pt x="3970" y="5545"/>
                    <a:pt x="4474" y="5703"/>
                    <a:pt x="4916" y="5986"/>
                  </a:cubicBezTo>
                  <a:lnTo>
                    <a:pt x="4790" y="6490"/>
                  </a:lnTo>
                  <a:cubicBezTo>
                    <a:pt x="4758" y="6616"/>
                    <a:pt x="4790" y="6742"/>
                    <a:pt x="4916" y="6868"/>
                  </a:cubicBezTo>
                  <a:cubicBezTo>
                    <a:pt x="4960" y="6913"/>
                    <a:pt x="5052" y="6958"/>
                    <a:pt x="5146" y="6958"/>
                  </a:cubicBezTo>
                  <a:cubicBezTo>
                    <a:pt x="5186" y="6958"/>
                    <a:pt x="5225" y="6950"/>
                    <a:pt x="5262" y="6931"/>
                  </a:cubicBezTo>
                  <a:lnTo>
                    <a:pt x="5703" y="6774"/>
                  </a:lnTo>
                  <a:cubicBezTo>
                    <a:pt x="6018" y="7152"/>
                    <a:pt x="6176" y="7656"/>
                    <a:pt x="6176" y="8255"/>
                  </a:cubicBezTo>
                  <a:cubicBezTo>
                    <a:pt x="6176" y="8696"/>
                    <a:pt x="6050" y="9137"/>
                    <a:pt x="5829" y="9546"/>
                  </a:cubicBezTo>
                  <a:cubicBezTo>
                    <a:pt x="5766" y="9609"/>
                    <a:pt x="5766" y="9704"/>
                    <a:pt x="5766" y="9767"/>
                  </a:cubicBezTo>
                  <a:lnTo>
                    <a:pt x="6018" y="10775"/>
                  </a:lnTo>
                  <a:lnTo>
                    <a:pt x="5231" y="10491"/>
                  </a:lnTo>
                  <a:cubicBezTo>
                    <a:pt x="5178" y="10478"/>
                    <a:pt x="5126" y="10471"/>
                    <a:pt x="5078" y="10471"/>
                  </a:cubicBezTo>
                  <a:cubicBezTo>
                    <a:pt x="5011" y="10471"/>
                    <a:pt x="4952" y="10486"/>
                    <a:pt x="4916" y="10523"/>
                  </a:cubicBezTo>
                  <a:cubicBezTo>
                    <a:pt x="4474" y="10838"/>
                    <a:pt x="3939" y="10996"/>
                    <a:pt x="3403" y="10996"/>
                  </a:cubicBezTo>
                  <a:cubicBezTo>
                    <a:pt x="1891" y="10996"/>
                    <a:pt x="662" y="9767"/>
                    <a:pt x="662" y="8286"/>
                  </a:cubicBezTo>
                  <a:cubicBezTo>
                    <a:pt x="662" y="6774"/>
                    <a:pt x="1891" y="5545"/>
                    <a:pt x="3403" y="5545"/>
                  </a:cubicBezTo>
                  <a:close/>
                  <a:moveTo>
                    <a:pt x="8224" y="0"/>
                  </a:moveTo>
                  <a:cubicBezTo>
                    <a:pt x="6333" y="0"/>
                    <a:pt x="4790" y="1544"/>
                    <a:pt x="4790" y="3434"/>
                  </a:cubicBezTo>
                  <a:cubicBezTo>
                    <a:pt x="4790" y="3938"/>
                    <a:pt x="4916" y="4506"/>
                    <a:pt x="5136" y="4978"/>
                  </a:cubicBezTo>
                  <a:lnTo>
                    <a:pt x="5073" y="5262"/>
                  </a:lnTo>
                  <a:cubicBezTo>
                    <a:pt x="4569" y="4978"/>
                    <a:pt x="4002" y="4821"/>
                    <a:pt x="3435" y="4821"/>
                  </a:cubicBezTo>
                  <a:cubicBezTo>
                    <a:pt x="1513" y="4821"/>
                    <a:pt x="1" y="6364"/>
                    <a:pt x="1" y="8255"/>
                  </a:cubicBezTo>
                  <a:cubicBezTo>
                    <a:pt x="1" y="10113"/>
                    <a:pt x="1544" y="11657"/>
                    <a:pt x="3435" y="11657"/>
                  </a:cubicBezTo>
                  <a:cubicBezTo>
                    <a:pt x="4065" y="11657"/>
                    <a:pt x="4632" y="11500"/>
                    <a:pt x="5168" y="11185"/>
                  </a:cubicBezTo>
                  <a:lnTo>
                    <a:pt x="6365" y="11657"/>
                  </a:lnTo>
                  <a:cubicBezTo>
                    <a:pt x="6411" y="11669"/>
                    <a:pt x="6457" y="11676"/>
                    <a:pt x="6503" y="11676"/>
                  </a:cubicBezTo>
                  <a:cubicBezTo>
                    <a:pt x="6583" y="11676"/>
                    <a:pt x="6663" y="11654"/>
                    <a:pt x="6743" y="11594"/>
                  </a:cubicBezTo>
                  <a:cubicBezTo>
                    <a:pt x="6806" y="11500"/>
                    <a:pt x="6837" y="11405"/>
                    <a:pt x="6837" y="11248"/>
                  </a:cubicBezTo>
                  <a:lnTo>
                    <a:pt x="6491" y="9767"/>
                  </a:lnTo>
                  <a:cubicBezTo>
                    <a:pt x="6743" y="9294"/>
                    <a:pt x="6837" y="8790"/>
                    <a:pt x="6837" y="8255"/>
                  </a:cubicBezTo>
                  <a:cubicBezTo>
                    <a:pt x="6837" y="7625"/>
                    <a:pt x="6648" y="6994"/>
                    <a:pt x="6333" y="6427"/>
                  </a:cubicBezTo>
                  <a:lnTo>
                    <a:pt x="6459" y="6396"/>
                  </a:lnTo>
                  <a:cubicBezTo>
                    <a:pt x="6963" y="6711"/>
                    <a:pt x="7593" y="6868"/>
                    <a:pt x="8192" y="6868"/>
                  </a:cubicBezTo>
                  <a:cubicBezTo>
                    <a:pt x="10082" y="6868"/>
                    <a:pt x="11626" y="5325"/>
                    <a:pt x="11626" y="3434"/>
                  </a:cubicBezTo>
                  <a:cubicBezTo>
                    <a:pt x="11689" y="1544"/>
                    <a:pt x="10114" y="0"/>
                    <a:pt x="82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4420040" y="1519818"/>
              <a:ext cx="113766" cy="167098"/>
            </a:xfrm>
            <a:custGeom>
              <a:avLst/>
              <a:gdLst/>
              <a:ahLst/>
              <a:cxnLst/>
              <a:rect l="l" t="t" r="r" b="b"/>
              <a:pathLst>
                <a:path w="2836" h="4166" extrusionOk="0">
                  <a:moveTo>
                    <a:pt x="1481" y="1576"/>
                  </a:moveTo>
                  <a:lnTo>
                    <a:pt x="1639" y="2112"/>
                  </a:lnTo>
                  <a:lnTo>
                    <a:pt x="1324" y="2112"/>
                  </a:lnTo>
                  <a:lnTo>
                    <a:pt x="1481" y="1576"/>
                  </a:lnTo>
                  <a:close/>
                  <a:moveTo>
                    <a:pt x="1418" y="1"/>
                  </a:moveTo>
                  <a:cubicBezTo>
                    <a:pt x="1261" y="1"/>
                    <a:pt x="1166" y="127"/>
                    <a:pt x="1103" y="253"/>
                  </a:cubicBezTo>
                  <a:lnTo>
                    <a:pt x="568" y="2049"/>
                  </a:lnTo>
                  <a:lnTo>
                    <a:pt x="410" y="2049"/>
                  </a:lnTo>
                  <a:cubicBezTo>
                    <a:pt x="221" y="2049"/>
                    <a:pt x="64" y="2206"/>
                    <a:pt x="64" y="2427"/>
                  </a:cubicBezTo>
                  <a:cubicBezTo>
                    <a:pt x="64" y="2584"/>
                    <a:pt x="158" y="2742"/>
                    <a:pt x="316" y="2773"/>
                  </a:cubicBezTo>
                  <a:lnTo>
                    <a:pt x="64" y="3718"/>
                  </a:lnTo>
                  <a:cubicBezTo>
                    <a:pt x="1" y="3907"/>
                    <a:pt x="95" y="4065"/>
                    <a:pt x="284" y="4159"/>
                  </a:cubicBezTo>
                  <a:cubicBezTo>
                    <a:pt x="308" y="4163"/>
                    <a:pt x="332" y="4165"/>
                    <a:pt x="355" y="4165"/>
                  </a:cubicBezTo>
                  <a:cubicBezTo>
                    <a:pt x="512" y="4165"/>
                    <a:pt x="643" y="4072"/>
                    <a:pt x="725" y="3907"/>
                  </a:cubicBezTo>
                  <a:lnTo>
                    <a:pt x="1072" y="2773"/>
                  </a:lnTo>
                  <a:lnTo>
                    <a:pt x="1796" y="2773"/>
                  </a:lnTo>
                  <a:lnTo>
                    <a:pt x="2143" y="3907"/>
                  </a:lnTo>
                  <a:cubicBezTo>
                    <a:pt x="2170" y="4072"/>
                    <a:pt x="2318" y="4165"/>
                    <a:pt x="2502" y="4165"/>
                  </a:cubicBezTo>
                  <a:cubicBezTo>
                    <a:pt x="2528" y="4165"/>
                    <a:pt x="2556" y="4163"/>
                    <a:pt x="2584" y="4159"/>
                  </a:cubicBezTo>
                  <a:cubicBezTo>
                    <a:pt x="2773" y="4096"/>
                    <a:pt x="2836" y="3907"/>
                    <a:pt x="2805" y="3718"/>
                  </a:cubicBezTo>
                  <a:lnTo>
                    <a:pt x="2521" y="2773"/>
                  </a:lnTo>
                  <a:cubicBezTo>
                    <a:pt x="2678" y="2742"/>
                    <a:pt x="2805" y="2616"/>
                    <a:pt x="2805" y="2427"/>
                  </a:cubicBezTo>
                  <a:cubicBezTo>
                    <a:pt x="2805" y="2206"/>
                    <a:pt x="2647" y="2049"/>
                    <a:pt x="2458" y="2049"/>
                  </a:cubicBezTo>
                  <a:lnTo>
                    <a:pt x="2300" y="2049"/>
                  </a:lnTo>
                  <a:lnTo>
                    <a:pt x="1733" y="253"/>
                  </a:lnTo>
                  <a:cubicBezTo>
                    <a:pt x="1702" y="95"/>
                    <a:pt x="1576" y="1"/>
                    <a:pt x="14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" name="Google Shape;131;p16"/>
          <p:cNvGrpSpPr/>
          <p:nvPr/>
        </p:nvGrpSpPr>
        <p:grpSpPr>
          <a:xfrm>
            <a:off x="1476702" y="1813099"/>
            <a:ext cx="2245033" cy="1939494"/>
            <a:chOff x="1412550" y="1811373"/>
            <a:chExt cx="2245033" cy="1939494"/>
          </a:xfrm>
        </p:grpSpPr>
        <p:sp>
          <p:nvSpPr>
            <p:cNvPr id="132" name="Google Shape;132;p16"/>
            <p:cNvSpPr/>
            <p:nvPr/>
          </p:nvSpPr>
          <p:spPr>
            <a:xfrm>
              <a:off x="3050208" y="3245358"/>
              <a:ext cx="568213" cy="338943"/>
            </a:xfrm>
            <a:custGeom>
              <a:avLst/>
              <a:gdLst/>
              <a:ahLst/>
              <a:cxnLst/>
              <a:rect l="l" t="t" r="r" b="b"/>
              <a:pathLst>
                <a:path w="8816" h="5259" extrusionOk="0">
                  <a:moveTo>
                    <a:pt x="92" y="0"/>
                  </a:moveTo>
                  <a:lnTo>
                    <a:pt x="1" y="182"/>
                  </a:lnTo>
                  <a:lnTo>
                    <a:pt x="8724" y="5259"/>
                  </a:lnTo>
                  <a:lnTo>
                    <a:pt x="8816" y="5076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3553686" y="3511725"/>
              <a:ext cx="103897" cy="96095"/>
            </a:xfrm>
            <a:custGeom>
              <a:avLst/>
              <a:gdLst/>
              <a:ahLst/>
              <a:cxnLst/>
              <a:rect l="l" t="t" r="r" b="b"/>
              <a:pathLst>
                <a:path w="1612" h="1491" extrusionOk="0">
                  <a:moveTo>
                    <a:pt x="882" y="1"/>
                  </a:moveTo>
                  <a:lnTo>
                    <a:pt x="1" y="1490"/>
                  </a:lnTo>
                  <a:lnTo>
                    <a:pt x="1612" y="1429"/>
                  </a:lnTo>
                  <a:lnTo>
                    <a:pt x="882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1412550" y="1811373"/>
              <a:ext cx="1680921" cy="1939494"/>
            </a:xfrm>
            <a:custGeom>
              <a:avLst/>
              <a:gdLst/>
              <a:ahLst/>
              <a:cxnLst/>
              <a:rect l="l" t="t" r="r" b="b"/>
              <a:pathLst>
                <a:path w="26080" h="30093" extrusionOk="0">
                  <a:moveTo>
                    <a:pt x="13040" y="1"/>
                  </a:moveTo>
                  <a:lnTo>
                    <a:pt x="0" y="7539"/>
                  </a:lnTo>
                  <a:lnTo>
                    <a:pt x="0" y="22584"/>
                  </a:lnTo>
                  <a:lnTo>
                    <a:pt x="13040" y="30092"/>
                  </a:lnTo>
                  <a:lnTo>
                    <a:pt x="26080" y="22584"/>
                  </a:lnTo>
                  <a:lnTo>
                    <a:pt x="26080" y="7539"/>
                  </a:lnTo>
                  <a:lnTo>
                    <a:pt x="1304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1412550" y="2869715"/>
              <a:ext cx="1680900" cy="46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Capital representado por acciones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1652163" y="2626988"/>
              <a:ext cx="11979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1"/>
                  </a:solidFill>
                  <a:latin typeface="Fira Sans"/>
                  <a:ea typeface="Fira Sans"/>
                  <a:cs typeface="Fira Sans"/>
                  <a:sym typeface="Fira Sans"/>
                </a:rPr>
                <a:t>Capital</a:t>
              </a:r>
              <a:endParaRPr sz="1800" b="1" dirty="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2234708" y="2254151"/>
              <a:ext cx="29083" cy="27836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63" y="536"/>
                    <a:pt x="221" y="694"/>
                    <a:pt x="378" y="694"/>
                  </a:cubicBezTo>
                  <a:cubicBezTo>
                    <a:pt x="567" y="694"/>
                    <a:pt x="725" y="536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Gráfico 2" descr="Vale con relleno sólido">
            <a:extLst>
              <a:ext uri="{FF2B5EF4-FFF2-40B4-BE49-F238E27FC236}">
                <a16:creationId xmlns:a16="http://schemas.microsoft.com/office/drawing/2014/main" id="{718E05A4-EA44-83AE-ABF2-DB0122024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7816" y="2094732"/>
            <a:ext cx="648953" cy="648953"/>
          </a:xfrm>
          <a:prstGeom prst="rect">
            <a:avLst/>
          </a:prstGeom>
        </p:spPr>
      </p:pic>
      <p:pic>
        <p:nvPicPr>
          <p:cNvPr id="5" name="Gráfico 4" descr="Dólar con relleno sólido">
            <a:extLst>
              <a:ext uri="{FF2B5EF4-FFF2-40B4-BE49-F238E27FC236}">
                <a16:creationId xmlns:a16="http://schemas.microsoft.com/office/drawing/2014/main" id="{83C4B843-BB8A-CEE2-020F-DBC81A5822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8536" y="2168673"/>
            <a:ext cx="294278" cy="294278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D0FA0AD-966E-BD17-68E5-EAAA9809B6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38"/>
          <a:stretch/>
        </p:blipFill>
        <p:spPr bwMode="auto">
          <a:xfrm>
            <a:off x="90447" y="3763072"/>
            <a:ext cx="2036525" cy="13182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3C1B484-3A51-FB41-7DCC-E9CD69725D79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EBB1AAA-A86F-48BB-4E73-98F8507A2908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La empresa seleccionada</a:t>
            </a:r>
          </a:p>
        </p:txBody>
      </p:sp>
      <p:pic>
        <p:nvPicPr>
          <p:cNvPr id="4" name="Gráfico 3" descr="Producción con relleno sólido">
            <a:extLst>
              <a:ext uri="{FF2B5EF4-FFF2-40B4-BE49-F238E27FC236}">
                <a16:creationId xmlns:a16="http://schemas.microsoft.com/office/drawing/2014/main" id="{8BC1B84B-F758-673B-20ED-2A66BDC588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58798" y="2675937"/>
            <a:ext cx="1509440" cy="1509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/>
          <p:nvPr/>
        </p:nvSpPr>
        <p:spPr>
          <a:xfrm>
            <a:off x="995925" y="2237875"/>
            <a:ext cx="7136499" cy="856025"/>
          </a:xfrm>
          <a:custGeom>
            <a:avLst/>
            <a:gdLst/>
            <a:ahLst/>
            <a:cxnLst/>
            <a:rect l="l" t="t" r="r" b="b"/>
            <a:pathLst>
              <a:path w="283955" h="34241" extrusionOk="0">
                <a:moveTo>
                  <a:pt x="17552" y="1"/>
                </a:moveTo>
                <a:cubicBezTo>
                  <a:pt x="8577" y="67"/>
                  <a:pt x="997" y="7248"/>
                  <a:pt x="532" y="16223"/>
                </a:cubicBezTo>
                <a:cubicBezTo>
                  <a:pt x="0" y="26063"/>
                  <a:pt x="7912" y="34240"/>
                  <a:pt x="17618" y="34240"/>
                </a:cubicBezTo>
                <a:cubicBezTo>
                  <a:pt x="24200" y="34240"/>
                  <a:pt x="29918" y="30584"/>
                  <a:pt x="32777" y="25132"/>
                </a:cubicBezTo>
                <a:cubicBezTo>
                  <a:pt x="33907" y="23004"/>
                  <a:pt x="35968" y="21675"/>
                  <a:pt x="38362" y="21675"/>
                </a:cubicBezTo>
                <a:lnTo>
                  <a:pt x="59304" y="21675"/>
                </a:lnTo>
                <a:cubicBezTo>
                  <a:pt x="61631" y="21675"/>
                  <a:pt x="63759" y="23004"/>
                  <a:pt x="64822" y="25132"/>
                </a:cubicBezTo>
                <a:cubicBezTo>
                  <a:pt x="67681" y="30584"/>
                  <a:pt x="73399" y="34240"/>
                  <a:pt x="79981" y="34240"/>
                </a:cubicBezTo>
                <a:cubicBezTo>
                  <a:pt x="86563" y="34240"/>
                  <a:pt x="92214" y="30584"/>
                  <a:pt x="95139" y="25132"/>
                </a:cubicBezTo>
                <a:cubicBezTo>
                  <a:pt x="96203" y="23004"/>
                  <a:pt x="98330" y="21675"/>
                  <a:pt x="100657" y="21675"/>
                </a:cubicBezTo>
                <a:lnTo>
                  <a:pt x="121600" y="21675"/>
                </a:lnTo>
                <a:cubicBezTo>
                  <a:pt x="123927" y="21675"/>
                  <a:pt x="126054" y="23004"/>
                  <a:pt x="127118" y="25132"/>
                </a:cubicBezTo>
                <a:cubicBezTo>
                  <a:pt x="130044" y="30584"/>
                  <a:pt x="135695" y="34240"/>
                  <a:pt x="142277" y="34240"/>
                </a:cubicBezTo>
                <a:cubicBezTo>
                  <a:pt x="148859" y="34240"/>
                  <a:pt x="154576" y="30584"/>
                  <a:pt x="157435" y="25132"/>
                </a:cubicBezTo>
                <a:cubicBezTo>
                  <a:pt x="158499" y="23004"/>
                  <a:pt x="160626" y="21675"/>
                  <a:pt x="163020" y="21675"/>
                </a:cubicBezTo>
                <a:lnTo>
                  <a:pt x="183896" y="21675"/>
                </a:lnTo>
                <a:cubicBezTo>
                  <a:pt x="186289" y="21675"/>
                  <a:pt x="188350" y="23004"/>
                  <a:pt x="189481" y="25132"/>
                </a:cubicBezTo>
                <a:cubicBezTo>
                  <a:pt x="192339" y="30584"/>
                  <a:pt x="198057" y="34240"/>
                  <a:pt x="204639" y="34240"/>
                </a:cubicBezTo>
                <a:cubicBezTo>
                  <a:pt x="211155" y="34240"/>
                  <a:pt x="216872" y="30584"/>
                  <a:pt x="219731" y="25132"/>
                </a:cubicBezTo>
                <a:cubicBezTo>
                  <a:pt x="220861" y="23004"/>
                  <a:pt x="222922" y="21675"/>
                  <a:pt x="225316" y="21675"/>
                </a:cubicBezTo>
                <a:lnTo>
                  <a:pt x="246258" y="21675"/>
                </a:lnTo>
                <a:cubicBezTo>
                  <a:pt x="248585" y="21675"/>
                  <a:pt x="250713" y="23004"/>
                  <a:pt x="251777" y="25132"/>
                </a:cubicBezTo>
                <a:cubicBezTo>
                  <a:pt x="254635" y="30584"/>
                  <a:pt x="260353" y="34240"/>
                  <a:pt x="266935" y="34240"/>
                </a:cubicBezTo>
                <a:cubicBezTo>
                  <a:pt x="278171" y="34240"/>
                  <a:pt x="283955" y="26661"/>
                  <a:pt x="283955" y="17220"/>
                </a:cubicBezTo>
                <a:cubicBezTo>
                  <a:pt x="283955" y="7713"/>
                  <a:pt x="278171" y="1"/>
                  <a:pt x="266935" y="1"/>
                </a:cubicBezTo>
                <a:cubicBezTo>
                  <a:pt x="260353" y="1"/>
                  <a:pt x="254635" y="3724"/>
                  <a:pt x="251777" y="9176"/>
                </a:cubicBezTo>
                <a:cubicBezTo>
                  <a:pt x="250713" y="11237"/>
                  <a:pt x="248585" y="12633"/>
                  <a:pt x="246258" y="12633"/>
                </a:cubicBezTo>
                <a:lnTo>
                  <a:pt x="225316" y="12633"/>
                </a:lnTo>
                <a:cubicBezTo>
                  <a:pt x="222922" y="12633"/>
                  <a:pt x="220861" y="11237"/>
                  <a:pt x="219731" y="9176"/>
                </a:cubicBezTo>
                <a:cubicBezTo>
                  <a:pt x="216872" y="3724"/>
                  <a:pt x="211155" y="1"/>
                  <a:pt x="204639" y="1"/>
                </a:cubicBezTo>
                <a:cubicBezTo>
                  <a:pt x="198057" y="1"/>
                  <a:pt x="192339" y="3724"/>
                  <a:pt x="189481" y="9176"/>
                </a:cubicBezTo>
                <a:cubicBezTo>
                  <a:pt x="188350" y="11237"/>
                  <a:pt x="186289" y="12633"/>
                  <a:pt x="183896" y="12633"/>
                </a:cubicBezTo>
                <a:lnTo>
                  <a:pt x="163020" y="12633"/>
                </a:lnTo>
                <a:cubicBezTo>
                  <a:pt x="160626" y="12633"/>
                  <a:pt x="158499" y="11237"/>
                  <a:pt x="157435" y="9176"/>
                </a:cubicBezTo>
                <a:cubicBezTo>
                  <a:pt x="154576" y="3724"/>
                  <a:pt x="148859" y="1"/>
                  <a:pt x="142277" y="1"/>
                </a:cubicBezTo>
                <a:cubicBezTo>
                  <a:pt x="135695" y="1"/>
                  <a:pt x="130044" y="3724"/>
                  <a:pt x="127118" y="9176"/>
                </a:cubicBezTo>
                <a:cubicBezTo>
                  <a:pt x="126054" y="11237"/>
                  <a:pt x="123927" y="12633"/>
                  <a:pt x="121600" y="12633"/>
                </a:cubicBezTo>
                <a:lnTo>
                  <a:pt x="100657" y="12633"/>
                </a:lnTo>
                <a:cubicBezTo>
                  <a:pt x="98330" y="12633"/>
                  <a:pt x="96203" y="11237"/>
                  <a:pt x="95139" y="9176"/>
                </a:cubicBezTo>
                <a:cubicBezTo>
                  <a:pt x="92214" y="3724"/>
                  <a:pt x="86563" y="1"/>
                  <a:pt x="79981" y="1"/>
                </a:cubicBezTo>
                <a:cubicBezTo>
                  <a:pt x="73399" y="1"/>
                  <a:pt x="67681" y="3724"/>
                  <a:pt x="64822" y="9176"/>
                </a:cubicBezTo>
                <a:cubicBezTo>
                  <a:pt x="63759" y="11237"/>
                  <a:pt x="61631" y="12633"/>
                  <a:pt x="59304" y="12633"/>
                </a:cubicBezTo>
                <a:lnTo>
                  <a:pt x="38362" y="12633"/>
                </a:lnTo>
                <a:cubicBezTo>
                  <a:pt x="35968" y="12633"/>
                  <a:pt x="33907" y="11237"/>
                  <a:pt x="32777" y="9176"/>
                </a:cubicBezTo>
                <a:cubicBezTo>
                  <a:pt x="29918" y="3724"/>
                  <a:pt x="24134" y="1"/>
                  <a:pt x="1755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8"/>
          <p:cNvGrpSpPr/>
          <p:nvPr/>
        </p:nvGrpSpPr>
        <p:grpSpPr>
          <a:xfrm>
            <a:off x="3682963" y="2434398"/>
            <a:ext cx="1813800" cy="1620110"/>
            <a:chOff x="3682963" y="2434398"/>
            <a:chExt cx="1813800" cy="1620110"/>
          </a:xfrm>
        </p:grpSpPr>
        <p:sp>
          <p:nvSpPr>
            <p:cNvPr id="193" name="Google Shape;193;p18"/>
            <p:cNvSpPr/>
            <p:nvPr/>
          </p:nvSpPr>
          <p:spPr>
            <a:xfrm>
              <a:off x="4391232" y="2434398"/>
              <a:ext cx="404416" cy="403349"/>
            </a:xfrm>
            <a:custGeom>
              <a:avLst/>
              <a:gdLst/>
              <a:ahLst/>
              <a:cxnLst/>
              <a:rect l="l" t="t" r="r" b="b"/>
              <a:pathLst>
                <a:path w="11752" h="11721" extrusionOk="0">
                  <a:moveTo>
                    <a:pt x="6490" y="662"/>
                  </a:moveTo>
                  <a:cubicBezTo>
                    <a:pt x="6711" y="662"/>
                    <a:pt x="6868" y="820"/>
                    <a:pt x="6868" y="1009"/>
                  </a:cubicBezTo>
                  <a:lnTo>
                    <a:pt x="6868" y="1355"/>
                  </a:lnTo>
                  <a:lnTo>
                    <a:pt x="5167" y="1355"/>
                  </a:lnTo>
                  <a:cubicBezTo>
                    <a:pt x="4600" y="1355"/>
                    <a:pt x="4127" y="1828"/>
                    <a:pt x="4127" y="2395"/>
                  </a:cubicBezTo>
                  <a:lnTo>
                    <a:pt x="4127" y="2773"/>
                  </a:lnTo>
                  <a:lnTo>
                    <a:pt x="3088" y="2773"/>
                  </a:lnTo>
                  <a:cubicBezTo>
                    <a:pt x="2993" y="2773"/>
                    <a:pt x="2867" y="2836"/>
                    <a:pt x="2836" y="2899"/>
                  </a:cubicBezTo>
                  <a:lnTo>
                    <a:pt x="2048" y="3687"/>
                  </a:lnTo>
                  <a:lnTo>
                    <a:pt x="2048" y="3151"/>
                  </a:lnTo>
                  <a:cubicBezTo>
                    <a:pt x="2048" y="2931"/>
                    <a:pt x="1891" y="2773"/>
                    <a:pt x="1702" y="2773"/>
                  </a:cubicBezTo>
                  <a:lnTo>
                    <a:pt x="1040" y="2773"/>
                  </a:lnTo>
                  <a:cubicBezTo>
                    <a:pt x="819" y="2773"/>
                    <a:pt x="662" y="2616"/>
                    <a:pt x="662" y="2427"/>
                  </a:cubicBezTo>
                  <a:lnTo>
                    <a:pt x="662" y="1009"/>
                  </a:lnTo>
                  <a:cubicBezTo>
                    <a:pt x="662" y="820"/>
                    <a:pt x="819" y="662"/>
                    <a:pt x="1040" y="662"/>
                  </a:cubicBezTo>
                  <a:close/>
                  <a:moveTo>
                    <a:pt x="10649" y="1986"/>
                  </a:moveTo>
                  <a:cubicBezTo>
                    <a:pt x="10838" y="1986"/>
                    <a:pt x="10995" y="2143"/>
                    <a:pt x="10995" y="2364"/>
                  </a:cubicBezTo>
                  <a:lnTo>
                    <a:pt x="10995" y="3781"/>
                  </a:lnTo>
                  <a:cubicBezTo>
                    <a:pt x="10995" y="3970"/>
                    <a:pt x="10838" y="4128"/>
                    <a:pt x="10649" y="4128"/>
                  </a:cubicBezTo>
                  <a:lnTo>
                    <a:pt x="8601" y="4128"/>
                  </a:lnTo>
                  <a:cubicBezTo>
                    <a:pt x="8412" y="4128"/>
                    <a:pt x="8255" y="4285"/>
                    <a:pt x="8255" y="4474"/>
                  </a:cubicBezTo>
                  <a:lnTo>
                    <a:pt x="8255" y="5041"/>
                  </a:lnTo>
                  <a:lnTo>
                    <a:pt x="7404" y="4191"/>
                  </a:lnTo>
                  <a:cubicBezTo>
                    <a:pt x="7372" y="4159"/>
                    <a:pt x="7246" y="4128"/>
                    <a:pt x="7183" y="4128"/>
                  </a:cubicBezTo>
                  <a:lnTo>
                    <a:pt x="5136" y="4128"/>
                  </a:lnTo>
                  <a:cubicBezTo>
                    <a:pt x="4947" y="4128"/>
                    <a:pt x="4789" y="3970"/>
                    <a:pt x="4789" y="3781"/>
                  </a:cubicBezTo>
                  <a:lnTo>
                    <a:pt x="4789" y="2364"/>
                  </a:lnTo>
                  <a:cubicBezTo>
                    <a:pt x="4789" y="2143"/>
                    <a:pt x="4947" y="1986"/>
                    <a:pt x="5136" y="1986"/>
                  </a:cubicBezTo>
                  <a:close/>
                  <a:moveTo>
                    <a:pt x="3088" y="6207"/>
                  </a:moveTo>
                  <a:cubicBezTo>
                    <a:pt x="3623" y="6207"/>
                    <a:pt x="4096" y="6680"/>
                    <a:pt x="4096" y="7247"/>
                  </a:cubicBezTo>
                  <a:cubicBezTo>
                    <a:pt x="4096" y="7782"/>
                    <a:pt x="3623" y="8255"/>
                    <a:pt x="3088" y="8255"/>
                  </a:cubicBezTo>
                  <a:cubicBezTo>
                    <a:pt x="2521" y="8255"/>
                    <a:pt x="2048" y="7782"/>
                    <a:pt x="2048" y="7247"/>
                  </a:cubicBezTo>
                  <a:cubicBezTo>
                    <a:pt x="2048" y="6648"/>
                    <a:pt x="2489" y="6207"/>
                    <a:pt x="3088" y="6207"/>
                  </a:cubicBezTo>
                  <a:close/>
                  <a:moveTo>
                    <a:pt x="8601" y="6207"/>
                  </a:moveTo>
                  <a:cubicBezTo>
                    <a:pt x="9137" y="6207"/>
                    <a:pt x="9609" y="6648"/>
                    <a:pt x="9609" y="7247"/>
                  </a:cubicBezTo>
                  <a:cubicBezTo>
                    <a:pt x="9609" y="7782"/>
                    <a:pt x="9137" y="8255"/>
                    <a:pt x="8601" y="8255"/>
                  </a:cubicBezTo>
                  <a:cubicBezTo>
                    <a:pt x="8003" y="8255"/>
                    <a:pt x="7530" y="7782"/>
                    <a:pt x="7530" y="7247"/>
                  </a:cubicBezTo>
                  <a:cubicBezTo>
                    <a:pt x="7530" y="6680"/>
                    <a:pt x="8003" y="6207"/>
                    <a:pt x="8601" y="6207"/>
                  </a:cubicBezTo>
                  <a:close/>
                  <a:moveTo>
                    <a:pt x="3749" y="8980"/>
                  </a:moveTo>
                  <a:cubicBezTo>
                    <a:pt x="4695" y="8980"/>
                    <a:pt x="5451" y="9704"/>
                    <a:pt x="5451" y="10649"/>
                  </a:cubicBezTo>
                  <a:lnTo>
                    <a:pt x="5451" y="11027"/>
                  </a:lnTo>
                  <a:lnTo>
                    <a:pt x="630" y="11027"/>
                  </a:lnTo>
                  <a:lnTo>
                    <a:pt x="630" y="10649"/>
                  </a:lnTo>
                  <a:lnTo>
                    <a:pt x="662" y="10649"/>
                  </a:lnTo>
                  <a:cubicBezTo>
                    <a:pt x="662" y="9704"/>
                    <a:pt x="1418" y="8980"/>
                    <a:pt x="2363" y="8980"/>
                  </a:cubicBezTo>
                  <a:close/>
                  <a:moveTo>
                    <a:pt x="9369" y="8976"/>
                  </a:moveTo>
                  <a:cubicBezTo>
                    <a:pt x="10266" y="8976"/>
                    <a:pt x="10995" y="9740"/>
                    <a:pt x="10995" y="10649"/>
                  </a:cubicBezTo>
                  <a:lnTo>
                    <a:pt x="10995" y="11027"/>
                  </a:lnTo>
                  <a:lnTo>
                    <a:pt x="6144" y="11027"/>
                  </a:lnTo>
                  <a:lnTo>
                    <a:pt x="6144" y="10649"/>
                  </a:lnTo>
                  <a:cubicBezTo>
                    <a:pt x="6144" y="9704"/>
                    <a:pt x="6900" y="8980"/>
                    <a:pt x="7845" y="8980"/>
                  </a:cubicBezTo>
                  <a:lnTo>
                    <a:pt x="9263" y="8980"/>
                  </a:lnTo>
                  <a:cubicBezTo>
                    <a:pt x="9298" y="8977"/>
                    <a:pt x="9334" y="8976"/>
                    <a:pt x="9369" y="8976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2427"/>
                  </a:lnTo>
                  <a:cubicBezTo>
                    <a:pt x="0" y="2994"/>
                    <a:pt x="473" y="3466"/>
                    <a:pt x="1040" y="3466"/>
                  </a:cubicBezTo>
                  <a:lnTo>
                    <a:pt x="1386" y="3466"/>
                  </a:lnTo>
                  <a:lnTo>
                    <a:pt x="1386" y="4474"/>
                  </a:lnTo>
                  <a:cubicBezTo>
                    <a:pt x="1386" y="4688"/>
                    <a:pt x="1546" y="4829"/>
                    <a:pt x="1727" y="4829"/>
                  </a:cubicBezTo>
                  <a:cubicBezTo>
                    <a:pt x="1813" y="4829"/>
                    <a:pt x="1904" y="4797"/>
                    <a:pt x="1985" y="4726"/>
                  </a:cubicBezTo>
                  <a:lnTo>
                    <a:pt x="3245" y="3466"/>
                  </a:lnTo>
                  <a:lnTo>
                    <a:pt x="4096" y="3466"/>
                  </a:lnTo>
                  <a:lnTo>
                    <a:pt x="4096" y="3813"/>
                  </a:lnTo>
                  <a:cubicBezTo>
                    <a:pt x="4096" y="4348"/>
                    <a:pt x="4568" y="4821"/>
                    <a:pt x="5136" y="4821"/>
                  </a:cubicBezTo>
                  <a:lnTo>
                    <a:pt x="7057" y="4821"/>
                  </a:lnTo>
                  <a:lnTo>
                    <a:pt x="7908" y="5672"/>
                  </a:lnTo>
                  <a:cubicBezTo>
                    <a:pt x="7341" y="5924"/>
                    <a:pt x="6868" y="6522"/>
                    <a:pt x="6868" y="7247"/>
                  </a:cubicBezTo>
                  <a:cubicBezTo>
                    <a:pt x="6868" y="7625"/>
                    <a:pt x="7026" y="8034"/>
                    <a:pt x="7278" y="8349"/>
                  </a:cubicBezTo>
                  <a:cubicBezTo>
                    <a:pt x="6648" y="8507"/>
                    <a:pt x="6144" y="8885"/>
                    <a:pt x="5829" y="9452"/>
                  </a:cubicBezTo>
                  <a:cubicBezTo>
                    <a:pt x="5514" y="8917"/>
                    <a:pt x="5010" y="8539"/>
                    <a:pt x="4411" y="8381"/>
                  </a:cubicBezTo>
                  <a:cubicBezTo>
                    <a:pt x="4663" y="8066"/>
                    <a:pt x="4821" y="7719"/>
                    <a:pt x="4821" y="7278"/>
                  </a:cubicBezTo>
                  <a:cubicBezTo>
                    <a:pt x="4821" y="6333"/>
                    <a:pt x="4064" y="5577"/>
                    <a:pt x="3119" y="5577"/>
                  </a:cubicBezTo>
                  <a:cubicBezTo>
                    <a:pt x="2174" y="5577"/>
                    <a:pt x="1418" y="6333"/>
                    <a:pt x="1418" y="7278"/>
                  </a:cubicBezTo>
                  <a:cubicBezTo>
                    <a:pt x="1418" y="7719"/>
                    <a:pt x="1576" y="8097"/>
                    <a:pt x="1828" y="8381"/>
                  </a:cubicBezTo>
                  <a:cubicBezTo>
                    <a:pt x="788" y="8665"/>
                    <a:pt x="32" y="9610"/>
                    <a:pt x="32" y="10712"/>
                  </a:cubicBezTo>
                  <a:lnTo>
                    <a:pt x="32" y="11374"/>
                  </a:lnTo>
                  <a:cubicBezTo>
                    <a:pt x="32" y="11563"/>
                    <a:pt x="189" y="11721"/>
                    <a:pt x="410" y="11721"/>
                  </a:cubicBezTo>
                  <a:lnTo>
                    <a:pt x="11374" y="11721"/>
                  </a:lnTo>
                  <a:cubicBezTo>
                    <a:pt x="11594" y="11721"/>
                    <a:pt x="11752" y="11563"/>
                    <a:pt x="11752" y="11374"/>
                  </a:cubicBezTo>
                  <a:lnTo>
                    <a:pt x="11752" y="10712"/>
                  </a:lnTo>
                  <a:cubicBezTo>
                    <a:pt x="11752" y="9610"/>
                    <a:pt x="10995" y="8665"/>
                    <a:pt x="9956" y="8381"/>
                  </a:cubicBezTo>
                  <a:cubicBezTo>
                    <a:pt x="10208" y="8066"/>
                    <a:pt x="10365" y="7719"/>
                    <a:pt x="10365" y="7278"/>
                  </a:cubicBezTo>
                  <a:cubicBezTo>
                    <a:pt x="10365" y="6459"/>
                    <a:pt x="9767" y="5735"/>
                    <a:pt x="8979" y="5577"/>
                  </a:cubicBezTo>
                  <a:lnTo>
                    <a:pt x="8979" y="4884"/>
                  </a:lnTo>
                  <a:lnTo>
                    <a:pt x="10649" y="4884"/>
                  </a:lnTo>
                  <a:lnTo>
                    <a:pt x="10649" y="4821"/>
                  </a:lnTo>
                  <a:cubicBezTo>
                    <a:pt x="11185" y="4821"/>
                    <a:pt x="11657" y="4348"/>
                    <a:pt x="11657" y="3813"/>
                  </a:cubicBezTo>
                  <a:lnTo>
                    <a:pt x="11657" y="2395"/>
                  </a:lnTo>
                  <a:cubicBezTo>
                    <a:pt x="11657" y="1828"/>
                    <a:pt x="11185" y="1355"/>
                    <a:pt x="10649" y="1355"/>
                  </a:cubicBezTo>
                  <a:lnTo>
                    <a:pt x="7530" y="1355"/>
                  </a:lnTo>
                  <a:lnTo>
                    <a:pt x="7530" y="1009"/>
                  </a:lnTo>
                  <a:cubicBezTo>
                    <a:pt x="7530" y="473"/>
                    <a:pt x="7057" y="1"/>
                    <a:pt x="64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3682963" y="3606608"/>
              <a:ext cx="18138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Gerdau adquiere mayoria de las acciones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3682963" y="3292743"/>
              <a:ext cx="18138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2006</a:t>
              </a:r>
              <a:endParaRPr sz="1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96" name="Google Shape;196;p18"/>
          <p:cNvGrpSpPr/>
          <p:nvPr/>
        </p:nvGrpSpPr>
        <p:grpSpPr>
          <a:xfrm>
            <a:off x="2184425" y="1265124"/>
            <a:ext cx="1687500" cy="1601339"/>
            <a:chOff x="2184425" y="1265124"/>
            <a:chExt cx="1687500" cy="1601339"/>
          </a:xfrm>
        </p:grpSpPr>
        <p:sp>
          <p:nvSpPr>
            <p:cNvPr id="197" name="Google Shape;197;p18"/>
            <p:cNvSpPr/>
            <p:nvPr/>
          </p:nvSpPr>
          <p:spPr>
            <a:xfrm>
              <a:off x="2826509" y="2465282"/>
              <a:ext cx="403349" cy="401181"/>
            </a:xfrm>
            <a:custGeom>
              <a:avLst/>
              <a:gdLst/>
              <a:ahLst/>
              <a:cxnLst/>
              <a:rect l="l" t="t" r="r" b="b"/>
              <a:pathLst>
                <a:path w="11721" h="11658" extrusionOk="0">
                  <a:moveTo>
                    <a:pt x="2395" y="725"/>
                  </a:moveTo>
                  <a:cubicBezTo>
                    <a:pt x="2930" y="725"/>
                    <a:pt x="3403" y="1197"/>
                    <a:pt x="3403" y="1733"/>
                  </a:cubicBezTo>
                  <a:cubicBezTo>
                    <a:pt x="3403" y="2300"/>
                    <a:pt x="2930" y="2773"/>
                    <a:pt x="2395" y="2773"/>
                  </a:cubicBezTo>
                  <a:cubicBezTo>
                    <a:pt x="1828" y="2773"/>
                    <a:pt x="1355" y="2300"/>
                    <a:pt x="1355" y="1733"/>
                  </a:cubicBezTo>
                  <a:cubicBezTo>
                    <a:pt x="1355" y="1197"/>
                    <a:pt x="1828" y="725"/>
                    <a:pt x="2395" y="725"/>
                  </a:cubicBezTo>
                  <a:close/>
                  <a:moveTo>
                    <a:pt x="10303" y="725"/>
                  </a:moveTo>
                  <a:lnTo>
                    <a:pt x="10303" y="6585"/>
                  </a:lnTo>
                  <a:lnTo>
                    <a:pt x="10334" y="6585"/>
                  </a:lnTo>
                  <a:cubicBezTo>
                    <a:pt x="10334" y="6774"/>
                    <a:pt x="10177" y="6931"/>
                    <a:pt x="9988" y="6931"/>
                  </a:cubicBezTo>
                  <a:lnTo>
                    <a:pt x="4789" y="6931"/>
                  </a:lnTo>
                  <a:lnTo>
                    <a:pt x="4789" y="5167"/>
                  </a:lnTo>
                  <a:cubicBezTo>
                    <a:pt x="4789" y="4253"/>
                    <a:pt x="4285" y="3434"/>
                    <a:pt x="3498" y="3025"/>
                  </a:cubicBezTo>
                  <a:cubicBezTo>
                    <a:pt x="3844" y="2710"/>
                    <a:pt x="4096" y="2237"/>
                    <a:pt x="4096" y="1733"/>
                  </a:cubicBezTo>
                  <a:cubicBezTo>
                    <a:pt x="4096" y="1355"/>
                    <a:pt x="3970" y="977"/>
                    <a:pt x="3718" y="725"/>
                  </a:cubicBezTo>
                  <a:close/>
                  <a:moveTo>
                    <a:pt x="2710" y="3466"/>
                  </a:moveTo>
                  <a:cubicBezTo>
                    <a:pt x="3498" y="3623"/>
                    <a:pt x="4096" y="4316"/>
                    <a:pt x="4096" y="5167"/>
                  </a:cubicBezTo>
                  <a:lnTo>
                    <a:pt x="4096" y="7246"/>
                  </a:lnTo>
                  <a:cubicBezTo>
                    <a:pt x="4128" y="7435"/>
                    <a:pt x="3970" y="7593"/>
                    <a:pt x="3750" y="7593"/>
                  </a:cubicBezTo>
                  <a:cubicBezTo>
                    <a:pt x="3561" y="7593"/>
                    <a:pt x="3403" y="7750"/>
                    <a:pt x="3403" y="7971"/>
                  </a:cubicBezTo>
                  <a:lnTo>
                    <a:pt x="3403" y="10712"/>
                  </a:lnTo>
                  <a:cubicBezTo>
                    <a:pt x="3403" y="10901"/>
                    <a:pt x="3246" y="11058"/>
                    <a:pt x="3056" y="11058"/>
                  </a:cubicBezTo>
                  <a:lnTo>
                    <a:pt x="1670" y="11058"/>
                  </a:lnTo>
                  <a:cubicBezTo>
                    <a:pt x="1481" y="11058"/>
                    <a:pt x="1324" y="10901"/>
                    <a:pt x="1324" y="10712"/>
                  </a:cubicBezTo>
                  <a:lnTo>
                    <a:pt x="1324" y="7971"/>
                  </a:lnTo>
                  <a:cubicBezTo>
                    <a:pt x="1324" y="7750"/>
                    <a:pt x="1166" y="7593"/>
                    <a:pt x="977" y="7593"/>
                  </a:cubicBezTo>
                  <a:cubicBezTo>
                    <a:pt x="788" y="7593"/>
                    <a:pt x="631" y="7435"/>
                    <a:pt x="631" y="7246"/>
                  </a:cubicBezTo>
                  <a:lnTo>
                    <a:pt x="631" y="5167"/>
                  </a:lnTo>
                  <a:cubicBezTo>
                    <a:pt x="631" y="4316"/>
                    <a:pt x="1198" y="3623"/>
                    <a:pt x="1985" y="3466"/>
                  </a:cubicBezTo>
                  <a:lnTo>
                    <a:pt x="1985" y="5829"/>
                  </a:lnTo>
                  <a:cubicBezTo>
                    <a:pt x="1985" y="6018"/>
                    <a:pt x="2143" y="6175"/>
                    <a:pt x="2363" y="6175"/>
                  </a:cubicBezTo>
                  <a:cubicBezTo>
                    <a:pt x="2552" y="6175"/>
                    <a:pt x="2710" y="6018"/>
                    <a:pt x="2710" y="5829"/>
                  </a:cubicBezTo>
                  <a:lnTo>
                    <a:pt x="2710" y="3466"/>
                  </a:lnTo>
                  <a:close/>
                  <a:moveTo>
                    <a:pt x="2395" y="0"/>
                  </a:moveTo>
                  <a:cubicBezTo>
                    <a:pt x="1450" y="0"/>
                    <a:pt x="694" y="756"/>
                    <a:pt x="694" y="1702"/>
                  </a:cubicBezTo>
                  <a:cubicBezTo>
                    <a:pt x="694" y="2206"/>
                    <a:pt x="946" y="2678"/>
                    <a:pt x="1292" y="2993"/>
                  </a:cubicBezTo>
                  <a:cubicBezTo>
                    <a:pt x="536" y="3403"/>
                    <a:pt x="1" y="4222"/>
                    <a:pt x="1" y="5136"/>
                  </a:cubicBezTo>
                  <a:lnTo>
                    <a:pt x="1" y="7215"/>
                  </a:lnTo>
                  <a:cubicBezTo>
                    <a:pt x="1" y="7656"/>
                    <a:pt x="253" y="8034"/>
                    <a:pt x="662" y="8192"/>
                  </a:cubicBezTo>
                  <a:lnTo>
                    <a:pt x="662" y="10649"/>
                  </a:lnTo>
                  <a:cubicBezTo>
                    <a:pt x="662" y="11184"/>
                    <a:pt x="1135" y="11657"/>
                    <a:pt x="1670" y="11657"/>
                  </a:cubicBezTo>
                  <a:lnTo>
                    <a:pt x="3056" y="11657"/>
                  </a:lnTo>
                  <a:cubicBezTo>
                    <a:pt x="3624" y="11657"/>
                    <a:pt x="4096" y="11184"/>
                    <a:pt x="4096" y="10649"/>
                  </a:cubicBezTo>
                  <a:lnTo>
                    <a:pt x="4096" y="8192"/>
                  </a:lnTo>
                  <a:cubicBezTo>
                    <a:pt x="4348" y="8065"/>
                    <a:pt x="4600" y="7876"/>
                    <a:pt x="4726" y="7561"/>
                  </a:cubicBezTo>
                  <a:lnTo>
                    <a:pt x="9988" y="7561"/>
                  </a:lnTo>
                  <a:cubicBezTo>
                    <a:pt x="10555" y="7561"/>
                    <a:pt x="11027" y="7089"/>
                    <a:pt x="11027" y="6553"/>
                  </a:cubicBezTo>
                  <a:lnTo>
                    <a:pt x="11027" y="662"/>
                  </a:lnTo>
                  <a:lnTo>
                    <a:pt x="11374" y="662"/>
                  </a:lnTo>
                  <a:cubicBezTo>
                    <a:pt x="11563" y="662"/>
                    <a:pt x="11720" y="504"/>
                    <a:pt x="11720" y="315"/>
                  </a:cubicBezTo>
                  <a:cubicBezTo>
                    <a:pt x="11720" y="158"/>
                    <a:pt x="11563" y="0"/>
                    <a:pt x="11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8"/>
            <p:cNvSpPr/>
            <p:nvPr/>
          </p:nvSpPr>
          <p:spPr>
            <a:xfrm>
              <a:off x="3017326" y="2512978"/>
              <a:ext cx="140988" cy="140988"/>
            </a:xfrm>
            <a:custGeom>
              <a:avLst/>
              <a:gdLst/>
              <a:ahLst/>
              <a:cxnLst/>
              <a:rect l="l" t="t" r="r" b="b"/>
              <a:pathLst>
                <a:path w="4097" h="4097" extrusionOk="0">
                  <a:moveTo>
                    <a:pt x="2395" y="725"/>
                  </a:moveTo>
                  <a:cubicBezTo>
                    <a:pt x="2867" y="851"/>
                    <a:pt x="3245" y="1229"/>
                    <a:pt x="3371" y="1733"/>
                  </a:cubicBezTo>
                  <a:lnTo>
                    <a:pt x="2395" y="1733"/>
                  </a:lnTo>
                  <a:lnTo>
                    <a:pt x="2395" y="725"/>
                  </a:lnTo>
                  <a:close/>
                  <a:moveTo>
                    <a:pt x="1733" y="757"/>
                  </a:moveTo>
                  <a:lnTo>
                    <a:pt x="1733" y="2080"/>
                  </a:lnTo>
                  <a:cubicBezTo>
                    <a:pt x="1733" y="2269"/>
                    <a:pt x="1891" y="2426"/>
                    <a:pt x="2080" y="2426"/>
                  </a:cubicBezTo>
                  <a:lnTo>
                    <a:pt x="3403" y="2426"/>
                  </a:lnTo>
                  <a:cubicBezTo>
                    <a:pt x="3245" y="3025"/>
                    <a:pt x="2741" y="3466"/>
                    <a:pt x="2080" y="3466"/>
                  </a:cubicBezTo>
                  <a:cubicBezTo>
                    <a:pt x="1324" y="3466"/>
                    <a:pt x="693" y="2836"/>
                    <a:pt x="693" y="2080"/>
                  </a:cubicBezTo>
                  <a:cubicBezTo>
                    <a:pt x="693" y="1418"/>
                    <a:pt x="1135" y="851"/>
                    <a:pt x="1733" y="757"/>
                  </a:cubicBezTo>
                  <a:close/>
                  <a:moveTo>
                    <a:pt x="2048" y="0"/>
                  </a:moveTo>
                  <a:cubicBezTo>
                    <a:pt x="883" y="0"/>
                    <a:pt x="0" y="914"/>
                    <a:pt x="0" y="2048"/>
                  </a:cubicBezTo>
                  <a:cubicBezTo>
                    <a:pt x="0" y="3182"/>
                    <a:pt x="946" y="4096"/>
                    <a:pt x="2048" y="4096"/>
                  </a:cubicBezTo>
                  <a:cubicBezTo>
                    <a:pt x="3182" y="4096"/>
                    <a:pt x="4096" y="3182"/>
                    <a:pt x="4096" y="2048"/>
                  </a:cubicBezTo>
                  <a:cubicBezTo>
                    <a:pt x="4096" y="914"/>
                    <a:pt x="3182" y="0"/>
                    <a:pt x="20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8"/>
            <p:cNvSpPr txBox="1"/>
            <p:nvPr/>
          </p:nvSpPr>
          <p:spPr>
            <a:xfrm>
              <a:off x="2184425" y="1591452"/>
              <a:ext cx="16875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Inaguración de la empresa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2184425" y="1265124"/>
              <a:ext cx="16875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1958</a:t>
              </a:r>
              <a:endParaRPr sz="1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560237" y="2477344"/>
            <a:ext cx="1931980" cy="1745684"/>
            <a:chOff x="578125" y="2434406"/>
            <a:chExt cx="1931980" cy="1745684"/>
          </a:xfrm>
        </p:grpSpPr>
        <p:sp>
          <p:nvSpPr>
            <p:cNvPr id="202" name="Google Shape;202;p18"/>
            <p:cNvSpPr/>
            <p:nvPr/>
          </p:nvSpPr>
          <p:spPr>
            <a:xfrm>
              <a:off x="1310590" y="2434406"/>
              <a:ext cx="301524" cy="462909"/>
            </a:xfrm>
            <a:custGeom>
              <a:avLst/>
              <a:gdLst/>
              <a:ahLst/>
              <a:cxnLst/>
              <a:rect l="l" t="t" r="r" b="b"/>
              <a:pathLst>
                <a:path w="7649" h="11743" extrusionOk="0">
                  <a:moveTo>
                    <a:pt x="3813" y="684"/>
                  </a:moveTo>
                  <a:cubicBezTo>
                    <a:pt x="5545" y="684"/>
                    <a:pt x="6900" y="2039"/>
                    <a:pt x="6900" y="3740"/>
                  </a:cubicBezTo>
                  <a:cubicBezTo>
                    <a:pt x="6931" y="4780"/>
                    <a:pt x="6553" y="5347"/>
                    <a:pt x="6270" y="5788"/>
                  </a:cubicBezTo>
                  <a:cubicBezTo>
                    <a:pt x="5797" y="6544"/>
                    <a:pt x="5608" y="6922"/>
                    <a:pt x="5608" y="7930"/>
                  </a:cubicBezTo>
                  <a:cubicBezTo>
                    <a:pt x="5608" y="8119"/>
                    <a:pt x="5451" y="8277"/>
                    <a:pt x="5230" y="8277"/>
                  </a:cubicBezTo>
                  <a:lnTo>
                    <a:pt x="2489" y="8277"/>
                  </a:lnTo>
                  <a:cubicBezTo>
                    <a:pt x="2300" y="8277"/>
                    <a:pt x="2143" y="8119"/>
                    <a:pt x="2143" y="7930"/>
                  </a:cubicBezTo>
                  <a:cubicBezTo>
                    <a:pt x="2143" y="6922"/>
                    <a:pt x="1922" y="6576"/>
                    <a:pt x="1450" y="5820"/>
                  </a:cubicBezTo>
                  <a:cubicBezTo>
                    <a:pt x="1198" y="5347"/>
                    <a:pt x="567" y="4528"/>
                    <a:pt x="788" y="3205"/>
                  </a:cubicBezTo>
                  <a:cubicBezTo>
                    <a:pt x="1040" y="1819"/>
                    <a:pt x="2237" y="684"/>
                    <a:pt x="3813" y="684"/>
                  </a:cubicBezTo>
                  <a:close/>
                  <a:moveTo>
                    <a:pt x="4852" y="8907"/>
                  </a:moveTo>
                  <a:lnTo>
                    <a:pt x="4852" y="9569"/>
                  </a:lnTo>
                  <a:lnTo>
                    <a:pt x="4506" y="9569"/>
                  </a:lnTo>
                  <a:cubicBezTo>
                    <a:pt x="4285" y="9569"/>
                    <a:pt x="4128" y="9726"/>
                    <a:pt x="4128" y="9915"/>
                  </a:cubicBezTo>
                  <a:cubicBezTo>
                    <a:pt x="4128" y="10136"/>
                    <a:pt x="4285" y="10293"/>
                    <a:pt x="4506" y="10293"/>
                  </a:cubicBezTo>
                  <a:lnTo>
                    <a:pt x="4852" y="10293"/>
                  </a:lnTo>
                  <a:lnTo>
                    <a:pt x="4852" y="10640"/>
                  </a:lnTo>
                  <a:cubicBezTo>
                    <a:pt x="4884" y="10829"/>
                    <a:pt x="4726" y="10986"/>
                    <a:pt x="4537" y="10986"/>
                  </a:cubicBezTo>
                  <a:lnTo>
                    <a:pt x="3151" y="10986"/>
                  </a:lnTo>
                  <a:cubicBezTo>
                    <a:pt x="2962" y="10986"/>
                    <a:pt x="2804" y="10829"/>
                    <a:pt x="2804" y="10640"/>
                  </a:cubicBezTo>
                  <a:lnTo>
                    <a:pt x="2804" y="10293"/>
                  </a:lnTo>
                  <a:lnTo>
                    <a:pt x="3151" y="10293"/>
                  </a:lnTo>
                  <a:cubicBezTo>
                    <a:pt x="3371" y="10293"/>
                    <a:pt x="3529" y="10136"/>
                    <a:pt x="3529" y="9915"/>
                  </a:cubicBezTo>
                  <a:cubicBezTo>
                    <a:pt x="3529" y="9726"/>
                    <a:pt x="3371" y="9569"/>
                    <a:pt x="3151" y="9569"/>
                  </a:cubicBezTo>
                  <a:lnTo>
                    <a:pt x="2804" y="9569"/>
                  </a:lnTo>
                  <a:lnTo>
                    <a:pt x="2804" y="8907"/>
                  </a:lnTo>
                  <a:close/>
                  <a:moveTo>
                    <a:pt x="3897" y="1"/>
                  </a:moveTo>
                  <a:cubicBezTo>
                    <a:pt x="3632" y="1"/>
                    <a:pt x="3361" y="28"/>
                    <a:pt x="3088" y="86"/>
                  </a:cubicBezTo>
                  <a:cubicBezTo>
                    <a:pt x="1607" y="401"/>
                    <a:pt x="441" y="1566"/>
                    <a:pt x="158" y="3079"/>
                  </a:cubicBezTo>
                  <a:cubicBezTo>
                    <a:pt x="0" y="3992"/>
                    <a:pt x="158" y="4969"/>
                    <a:pt x="631" y="5757"/>
                  </a:cubicBezTo>
                  <a:cubicBezTo>
                    <a:pt x="757" y="5914"/>
                    <a:pt x="820" y="6072"/>
                    <a:pt x="914" y="6229"/>
                  </a:cubicBezTo>
                  <a:cubicBezTo>
                    <a:pt x="1355" y="6891"/>
                    <a:pt x="1450" y="7143"/>
                    <a:pt x="1450" y="7962"/>
                  </a:cubicBezTo>
                  <a:cubicBezTo>
                    <a:pt x="1450" y="8403"/>
                    <a:pt x="1733" y="8781"/>
                    <a:pt x="2143" y="8939"/>
                  </a:cubicBezTo>
                  <a:lnTo>
                    <a:pt x="2143" y="10703"/>
                  </a:lnTo>
                  <a:cubicBezTo>
                    <a:pt x="2143" y="11270"/>
                    <a:pt x="2615" y="11743"/>
                    <a:pt x="3151" y="11743"/>
                  </a:cubicBezTo>
                  <a:lnTo>
                    <a:pt x="4537" y="11743"/>
                  </a:lnTo>
                  <a:cubicBezTo>
                    <a:pt x="5073" y="11743"/>
                    <a:pt x="5545" y="11270"/>
                    <a:pt x="5545" y="10703"/>
                  </a:cubicBezTo>
                  <a:lnTo>
                    <a:pt x="5545" y="8939"/>
                  </a:lnTo>
                  <a:cubicBezTo>
                    <a:pt x="5955" y="8781"/>
                    <a:pt x="6238" y="8435"/>
                    <a:pt x="6238" y="7962"/>
                  </a:cubicBezTo>
                  <a:lnTo>
                    <a:pt x="6238" y="7930"/>
                  </a:lnTo>
                  <a:cubicBezTo>
                    <a:pt x="6238" y="7143"/>
                    <a:pt x="6427" y="6828"/>
                    <a:pt x="6805" y="6229"/>
                  </a:cubicBezTo>
                  <a:cubicBezTo>
                    <a:pt x="7089" y="5788"/>
                    <a:pt x="7593" y="5032"/>
                    <a:pt x="7593" y="3835"/>
                  </a:cubicBezTo>
                  <a:cubicBezTo>
                    <a:pt x="7649" y="1658"/>
                    <a:pt x="5950" y="1"/>
                    <a:pt x="38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8"/>
            <p:cNvSpPr/>
            <p:nvPr/>
          </p:nvSpPr>
          <p:spPr>
            <a:xfrm>
              <a:off x="1639708" y="2570641"/>
              <a:ext cx="54676" cy="28619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29" y="725"/>
                    <a:pt x="1386" y="568"/>
                    <a:pt x="1386" y="379"/>
                  </a:cubicBezTo>
                  <a:cubicBezTo>
                    <a:pt x="1386" y="158"/>
                    <a:pt x="1229" y="1"/>
                    <a:pt x="10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8"/>
            <p:cNvSpPr/>
            <p:nvPr/>
          </p:nvSpPr>
          <p:spPr>
            <a:xfrm>
              <a:off x="1233603" y="2570641"/>
              <a:ext cx="54676" cy="28619"/>
            </a:xfrm>
            <a:custGeom>
              <a:avLst/>
              <a:gdLst/>
              <a:ahLst/>
              <a:cxnLst/>
              <a:rect l="l" t="t" r="r" b="b"/>
              <a:pathLst>
                <a:path w="1387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lnTo>
                    <a:pt x="1008" y="725"/>
                  </a:lnTo>
                  <a:cubicBezTo>
                    <a:pt x="1197" y="694"/>
                    <a:pt x="1386" y="536"/>
                    <a:pt x="1386" y="379"/>
                  </a:cubicBezTo>
                  <a:cubicBezTo>
                    <a:pt x="1386" y="158"/>
                    <a:pt x="1197" y="1"/>
                    <a:pt x="10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8"/>
            <p:cNvSpPr/>
            <p:nvPr/>
          </p:nvSpPr>
          <p:spPr>
            <a:xfrm>
              <a:off x="1612390" y="2461527"/>
              <a:ext cx="55898" cy="41903"/>
            </a:xfrm>
            <a:custGeom>
              <a:avLst/>
              <a:gdLst/>
              <a:ahLst/>
              <a:cxnLst/>
              <a:rect l="l" t="t" r="r" b="b"/>
              <a:pathLst>
                <a:path w="1418" h="1063" extrusionOk="0">
                  <a:moveTo>
                    <a:pt x="992" y="1"/>
                  </a:moveTo>
                  <a:cubicBezTo>
                    <a:pt x="931" y="1"/>
                    <a:pt x="870" y="19"/>
                    <a:pt x="819" y="59"/>
                  </a:cubicBezTo>
                  <a:lnTo>
                    <a:pt x="221" y="406"/>
                  </a:lnTo>
                  <a:cubicBezTo>
                    <a:pt x="63" y="500"/>
                    <a:pt x="0" y="721"/>
                    <a:pt x="95" y="878"/>
                  </a:cubicBezTo>
                  <a:cubicBezTo>
                    <a:pt x="159" y="985"/>
                    <a:pt x="295" y="1063"/>
                    <a:pt x="415" y="1063"/>
                  </a:cubicBezTo>
                  <a:cubicBezTo>
                    <a:pt x="473" y="1063"/>
                    <a:pt x="527" y="1045"/>
                    <a:pt x="567" y="1005"/>
                  </a:cubicBezTo>
                  <a:lnTo>
                    <a:pt x="1166" y="658"/>
                  </a:lnTo>
                  <a:cubicBezTo>
                    <a:pt x="1323" y="563"/>
                    <a:pt x="1418" y="343"/>
                    <a:pt x="1292" y="185"/>
                  </a:cubicBezTo>
                  <a:cubicBezTo>
                    <a:pt x="1249" y="79"/>
                    <a:pt x="1120" y="1"/>
                    <a:pt x="9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8"/>
            <p:cNvSpPr/>
            <p:nvPr/>
          </p:nvSpPr>
          <p:spPr>
            <a:xfrm>
              <a:off x="1259660" y="2665762"/>
              <a:ext cx="55937" cy="41352"/>
            </a:xfrm>
            <a:custGeom>
              <a:avLst/>
              <a:gdLst/>
              <a:ahLst/>
              <a:cxnLst/>
              <a:rect l="l" t="t" r="r" b="b"/>
              <a:pathLst>
                <a:path w="1419" h="1049" extrusionOk="0">
                  <a:moveTo>
                    <a:pt x="1005" y="1"/>
                  </a:moveTo>
                  <a:cubicBezTo>
                    <a:pt x="944" y="1"/>
                    <a:pt x="880" y="15"/>
                    <a:pt x="820" y="45"/>
                  </a:cubicBezTo>
                  <a:lnTo>
                    <a:pt x="221" y="392"/>
                  </a:lnTo>
                  <a:cubicBezTo>
                    <a:pt x="64" y="486"/>
                    <a:pt x="1" y="707"/>
                    <a:pt x="127" y="864"/>
                  </a:cubicBezTo>
                  <a:cubicBezTo>
                    <a:pt x="169" y="971"/>
                    <a:pt x="299" y="1049"/>
                    <a:pt x="427" y="1049"/>
                  </a:cubicBezTo>
                  <a:cubicBezTo>
                    <a:pt x="488" y="1049"/>
                    <a:pt x="548" y="1031"/>
                    <a:pt x="599" y="990"/>
                  </a:cubicBezTo>
                  <a:lnTo>
                    <a:pt x="1166" y="644"/>
                  </a:lnTo>
                  <a:cubicBezTo>
                    <a:pt x="1324" y="549"/>
                    <a:pt x="1418" y="329"/>
                    <a:pt x="1292" y="171"/>
                  </a:cubicBezTo>
                  <a:cubicBezTo>
                    <a:pt x="1250" y="64"/>
                    <a:pt x="1134" y="1"/>
                    <a:pt x="10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8"/>
            <p:cNvSpPr/>
            <p:nvPr/>
          </p:nvSpPr>
          <p:spPr>
            <a:xfrm>
              <a:off x="1613612" y="2665762"/>
              <a:ext cx="54676" cy="40248"/>
            </a:xfrm>
            <a:custGeom>
              <a:avLst/>
              <a:gdLst/>
              <a:ahLst/>
              <a:cxnLst/>
              <a:rect l="l" t="t" r="r" b="b"/>
              <a:pathLst>
                <a:path w="1387" h="1021" extrusionOk="0">
                  <a:moveTo>
                    <a:pt x="378" y="1"/>
                  </a:moveTo>
                  <a:cubicBezTo>
                    <a:pt x="264" y="1"/>
                    <a:pt x="149" y="64"/>
                    <a:pt x="64" y="171"/>
                  </a:cubicBezTo>
                  <a:cubicBezTo>
                    <a:pt x="1" y="329"/>
                    <a:pt x="32" y="518"/>
                    <a:pt x="190" y="644"/>
                  </a:cubicBezTo>
                  <a:lnTo>
                    <a:pt x="788" y="990"/>
                  </a:lnTo>
                  <a:cubicBezTo>
                    <a:pt x="838" y="1010"/>
                    <a:pt x="891" y="1021"/>
                    <a:pt x="944" y="1021"/>
                  </a:cubicBezTo>
                  <a:cubicBezTo>
                    <a:pt x="1059" y="1021"/>
                    <a:pt x="1175" y="972"/>
                    <a:pt x="1261" y="864"/>
                  </a:cubicBezTo>
                  <a:cubicBezTo>
                    <a:pt x="1387" y="675"/>
                    <a:pt x="1292" y="486"/>
                    <a:pt x="1135" y="392"/>
                  </a:cubicBezTo>
                  <a:lnTo>
                    <a:pt x="536" y="45"/>
                  </a:lnTo>
                  <a:cubicBezTo>
                    <a:pt x="486" y="15"/>
                    <a:pt x="432" y="1"/>
                    <a:pt x="3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8"/>
            <p:cNvSpPr/>
            <p:nvPr/>
          </p:nvSpPr>
          <p:spPr>
            <a:xfrm>
              <a:off x="1260921" y="2462630"/>
              <a:ext cx="54676" cy="40248"/>
            </a:xfrm>
            <a:custGeom>
              <a:avLst/>
              <a:gdLst/>
              <a:ahLst/>
              <a:cxnLst/>
              <a:rect l="l" t="t" r="r" b="b"/>
              <a:pathLst>
                <a:path w="1387" h="1021" extrusionOk="0">
                  <a:moveTo>
                    <a:pt x="405" y="1"/>
                  </a:moveTo>
                  <a:cubicBezTo>
                    <a:pt x="283" y="1"/>
                    <a:pt x="159" y="50"/>
                    <a:pt x="95" y="157"/>
                  </a:cubicBezTo>
                  <a:cubicBezTo>
                    <a:pt x="0" y="315"/>
                    <a:pt x="63" y="504"/>
                    <a:pt x="221" y="630"/>
                  </a:cubicBezTo>
                  <a:lnTo>
                    <a:pt x="788" y="977"/>
                  </a:lnTo>
                  <a:cubicBezTo>
                    <a:pt x="838" y="1007"/>
                    <a:pt x="895" y="1021"/>
                    <a:pt x="953" y="1021"/>
                  </a:cubicBezTo>
                  <a:cubicBezTo>
                    <a:pt x="1074" y="1021"/>
                    <a:pt x="1196" y="958"/>
                    <a:pt x="1260" y="850"/>
                  </a:cubicBezTo>
                  <a:cubicBezTo>
                    <a:pt x="1386" y="693"/>
                    <a:pt x="1292" y="504"/>
                    <a:pt x="1134" y="378"/>
                  </a:cubicBezTo>
                  <a:lnTo>
                    <a:pt x="567" y="31"/>
                  </a:lnTo>
                  <a:cubicBezTo>
                    <a:pt x="517" y="11"/>
                    <a:pt x="461" y="1"/>
                    <a:pt x="4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8"/>
            <p:cNvSpPr/>
            <p:nvPr/>
          </p:nvSpPr>
          <p:spPr>
            <a:xfrm>
              <a:off x="1382611" y="2490737"/>
              <a:ext cx="161504" cy="241408"/>
            </a:xfrm>
            <a:custGeom>
              <a:avLst/>
              <a:gdLst/>
              <a:ahLst/>
              <a:cxnLst/>
              <a:rect l="l" t="t" r="r" b="b"/>
              <a:pathLst>
                <a:path w="4097" h="6124" extrusionOk="0">
                  <a:moveTo>
                    <a:pt x="1733" y="1492"/>
                  </a:moveTo>
                  <a:lnTo>
                    <a:pt x="1733" y="2343"/>
                  </a:lnTo>
                  <a:cubicBezTo>
                    <a:pt x="1733" y="2500"/>
                    <a:pt x="1796" y="2626"/>
                    <a:pt x="1922" y="2658"/>
                  </a:cubicBezTo>
                  <a:lnTo>
                    <a:pt x="3246" y="3225"/>
                  </a:lnTo>
                  <a:lnTo>
                    <a:pt x="2395" y="4611"/>
                  </a:lnTo>
                  <a:lnTo>
                    <a:pt x="2395" y="3729"/>
                  </a:lnTo>
                  <a:cubicBezTo>
                    <a:pt x="2395" y="3572"/>
                    <a:pt x="2332" y="3445"/>
                    <a:pt x="2206" y="3414"/>
                  </a:cubicBezTo>
                  <a:lnTo>
                    <a:pt x="851" y="2878"/>
                  </a:lnTo>
                  <a:lnTo>
                    <a:pt x="1733" y="1492"/>
                  </a:lnTo>
                  <a:close/>
                  <a:moveTo>
                    <a:pt x="2038" y="0"/>
                  </a:moveTo>
                  <a:cubicBezTo>
                    <a:pt x="1919" y="0"/>
                    <a:pt x="1814" y="47"/>
                    <a:pt x="1765" y="169"/>
                  </a:cubicBezTo>
                  <a:lnTo>
                    <a:pt x="64" y="2941"/>
                  </a:lnTo>
                  <a:cubicBezTo>
                    <a:pt x="32" y="3004"/>
                    <a:pt x="1" y="3130"/>
                    <a:pt x="32" y="3225"/>
                  </a:cubicBezTo>
                  <a:cubicBezTo>
                    <a:pt x="64" y="3288"/>
                    <a:pt x="158" y="3382"/>
                    <a:pt x="221" y="3414"/>
                  </a:cubicBezTo>
                  <a:lnTo>
                    <a:pt x="1733" y="4013"/>
                  </a:lnTo>
                  <a:lnTo>
                    <a:pt x="1733" y="5808"/>
                  </a:lnTo>
                  <a:cubicBezTo>
                    <a:pt x="1733" y="5966"/>
                    <a:pt x="1859" y="6092"/>
                    <a:pt x="1954" y="6123"/>
                  </a:cubicBezTo>
                  <a:lnTo>
                    <a:pt x="2049" y="6123"/>
                  </a:lnTo>
                  <a:cubicBezTo>
                    <a:pt x="2143" y="6123"/>
                    <a:pt x="2269" y="6092"/>
                    <a:pt x="2301" y="5966"/>
                  </a:cubicBezTo>
                  <a:lnTo>
                    <a:pt x="4002" y="3225"/>
                  </a:lnTo>
                  <a:cubicBezTo>
                    <a:pt x="4033" y="3130"/>
                    <a:pt x="4096" y="3004"/>
                    <a:pt x="4033" y="2941"/>
                  </a:cubicBezTo>
                  <a:cubicBezTo>
                    <a:pt x="4033" y="2878"/>
                    <a:pt x="3970" y="2784"/>
                    <a:pt x="3907" y="2752"/>
                  </a:cubicBezTo>
                  <a:lnTo>
                    <a:pt x="2395" y="2154"/>
                  </a:lnTo>
                  <a:lnTo>
                    <a:pt x="2395" y="358"/>
                  </a:lnTo>
                  <a:cubicBezTo>
                    <a:pt x="2395" y="169"/>
                    <a:pt x="2269" y="74"/>
                    <a:pt x="2143" y="11"/>
                  </a:cubicBezTo>
                  <a:cubicBezTo>
                    <a:pt x="2108" y="4"/>
                    <a:pt x="2072" y="0"/>
                    <a:pt x="20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8"/>
            <p:cNvSpPr txBox="1"/>
            <p:nvPr/>
          </p:nvSpPr>
          <p:spPr>
            <a:xfrm>
              <a:off x="578125" y="3732190"/>
              <a:ext cx="193198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Creación de la Sociedad de Gestión de la Planta Siderurgica de Chimbote (SOGESA)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11" name="Google Shape;211;p18"/>
            <p:cNvSpPr txBox="1"/>
            <p:nvPr/>
          </p:nvSpPr>
          <p:spPr>
            <a:xfrm>
              <a:off x="593863" y="3292743"/>
              <a:ext cx="17331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1950</a:t>
              </a:r>
              <a:endParaRPr sz="1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12" name="Google Shape;212;p18"/>
          <p:cNvGrpSpPr/>
          <p:nvPr/>
        </p:nvGrpSpPr>
        <p:grpSpPr>
          <a:xfrm>
            <a:off x="4909280" y="1265124"/>
            <a:ext cx="2473376" cy="1632209"/>
            <a:chOff x="4909280" y="1265124"/>
            <a:chExt cx="2473376" cy="1632209"/>
          </a:xfrm>
        </p:grpSpPr>
        <p:sp>
          <p:nvSpPr>
            <p:cNvPr id="213" name="Google Shape;213;p18"/>
            <p:cNvSpPr/>
            <p:nvPr/>
          </p:nvSpPr>
          <p:spPr>
            <a:xfrm>
              <a:off x="5914043" y="2434412"/>
              <a:ext cx="464142" cy="462921"/>
            </a:xfrm>
            <a:custGeom>
              <a:avLst/>
              <a:gdLst/>
              <a:ahLst/>
              <a:cxnLst/>
              <a:rect l="l" t="t" r="r" b="b"/>
              <a:pathLst>
                <a:path w="11784" h="11753" extrusionOk="0">
                  <a:moveTo>
                    <a:pt x="5734" y="694"/>
                  </a:moveTo>
                  <a:cubicBezTo>
                    <a:pt x="7624" y="694"/>
                    <a:pt x="9168" y="2238"/>
                    <a:pt x="9168" y="4128"/>
                  </a:cubicBezTo>
                  <a:cubicBezTo>
                    <a:pt x="9168" y="6050"/>
                    <a:pt x="7624" y="7594"/>
                    <a:pt x="5734" y="7594"/>
                  </a:cubicBezTo>
                  <a:cubicBezTo>
                    <a:pt x="3844" y="7594"/>
                    <a:pt x="2332" y="6018"/>
                    <a:pt x="2332" y="4128"/>
                  </a:cubicBezTo>
                  <a:cubicBezTo>
                    <a:pt x="2332" y="2238"/>
                    <a:pt x="3844" y="694"/>
                    <a:pt x="5734" y="694"/>
                  </a:cubicBezTo>
                  <a:close/>
                  <a:moveTo>
                    <a:pt x="977" y="7531"/>
                  </a:moveTo>
                  <a:cubicBezTo>
                    <a:pt x="1166" y="7531"/>
                    <a:pt x="1323" y="7688"/>
                    <a:pt x="1323" y="7909"/>
                  </a:cubicBezTo>
                  <a:cubicBezTo>
                    <a:pt x="1292" y="8129"/>
                    <a:pt x="1134" y="8255"/>
                    <a:pt x="977" y="8255"/>
                  </a:cubicBezTo>
                  <a:cubicBezTo>
                    <a:pt x="788" y="8255"/>
                    <a:pt x="630" y="8098"/>
                    <a:pt x="630" y="7909"/>
                  </a:cubicBezTo>
                  <a:cubicBezTo>
                    <a:pt x="630" y="7688"/>
                    <a:pt x="788" y="7531"/>
                    <a:pt x="977" y="7531"/>
                  </a:cubicBezTo>
                  <a:close/>
                  <a:moveTo>
                    <a:pt x="10586" y="7531"/>
                  </a:moveTo>
                  <a:cubicBezTo>
                    <a:pt x="10775" y="7531"/>
                    <a:pt x="10932" y="7688"/>
                    <a:pt x="10932" y="7909"/>
                  </a:cubicBezTo>
                  <a:cubicBezTo>
                    <a:pt x="10932" y="8129"/>
                    <a:pt x="10775" y="8255"/>
                    <a:pt x="10586" y="8255"/>
                  </a:cubicBezTo>
                  <a:cubicBezTo>
                    <a:pt x="10397" y="8255"/>
                    <a:pt x="10239" y="8098"/>
                    <a:pt x="10239" y="7909"/>
                  </a:cubicBezTo>
                  <a:cubicBezTo>
                    <a:pt x="10239" y="7688"/>
                    <a:pt x="10397" y="7531"/>
                    <a:pt x="10586" y="7531"/>
                  </a:cubicBezTo>
                  <a:close/>
                  <a:moveTo>
                    <a:pt x="3025" y="9641"/>
                  </a:moveTo>
                  <a:cubicBezTo>
                    <a:pt x="3214" y="9641"/>
                    <a:pt x="3371" y="9799"/>
                    <a:pt x="3371" y="9988"/>
                  </a:cubicBezTo>
                  <a:cubicBezTo>
                    <a:pt x="3340" y="10177"/>
                    <a:pt x="3214" y="10335"/>
                    <a:pt x="3025" y="10335"/>
                  </a:cubicBezTo>
                  <a:cubicBezTo>
                    <a:pt x="2836" y="10335"/>
                    <a:pt x="2678" y="10177"/>
                    <a:pt x="2678" y="9988"/>
                  </a:cubicBezTo>
                  <a:cubicBezTo>
                    <a:pt x="2678" y="9799"/>
                    <a:pt x="2836" y="9641"/>
                    <a:pt x="3025" y="9641"/>
                  </a:cubicBezTo>
                  <a:close/>
                  <a:moveTo>
                    <a:pt x="8475" y="9641"/>
                  </a:moveTo>
                  <a:cubicBezTo>
                    <a:pt x="8696" y="9641"/>
                    <a:pt x="8822" y="9799"/>
                    <a:pt x="8822" y="9988"/>
                  </a:cubicBezTo>
                  <a:cubicBezTo>
                    <a:pt x="8822" y="10177"/>
                    <a:pt x="8664" y="10335"/>
                    <a:pt x="8475" y="10335"/>
                  </a:cubicBezTo>
                  <a:cubicBezTo>
                    <a:pt x="8255" y="10335"/>
                    <a:pt x="8128" y="10177"/>
                    <a:pt x="8128" y="9988"/>
                  </a:cubicBezTo>
                  <a:cubicBezTo>
                    <a:pt x="8128" y="9799"/>
                    <a:pt x="8255" y="9641"/>
                    <a:pt x="8475" y="9641"/>
                  </a:cubicBezTo>
                  <a:close/>
                  <a:moveTo>
                    <a:pt x="5734" y="10303"/>
                  </a:moveTo>
                  <a:cubicBezTo>
                    <a:pt x="5955" y="10303"/>
                    <a:pt x="6112" y="10461"/>
                    <a:pt x="6112" y="10650"/>
                  </a:cubicBezTo>
                  <a:cubicBezTo>
                    <a:pt x="6112" y="10839"/>
                    <a:pt x="5955" y="10996"/>
                    <a:pt x="5734" y="10996"/>
                  </a:cubicBezTo>
                  <a:cubicBezTo>
                    <a:pt x="5545" y="10996"/>
                    <a:pt x="5388" y="10839"/>
                    <a:pt x="5388" y="10650"/>
                  </a:cubicBezTo>
                  <a:cubicBezTo>
                    <a:pt x="5388" y="10461"/>
                    <a:pt x="5545" y="10303"/>
                    <a:pt x="5734" y="10303"/>
                  </a:cubicBezTo>
                  <a:close/>
                  <a:moveTo>
                    <a:pt x="5797" y="1"/>
                  </a:moveTo>
                  <a:cubicBezTo>
                    <a:pt x="3497" y="1"/>
                    <a:pt x="1701" y="1860"/>
                    <a:pt x="1701" y="4097"/>
                  </a:cubicBezTo>
                  <a:cubicBezTo>
                    <a:pt x="1701" y="5010"/>
                    <a:pt x="2017" y="5924"/>
                    <a:pt x="2552" y="6617"/>
                  </a:cubicBezTo>
                  <a:lnTo>
                    <a:pt x="1701" y="7153"/>
                  </a:lnTo>
                  <a:cubicBezTo>
                    <a:pt x="1481" y="6995"/>
                    <a:pt x="1260" y="6901"/>
                    <a:pt x="1040" y="6901"/>
                  </a:cubicBezTo>
                  <a:cubicBezTo>
                    <a:pt x="473" y="6901"/>
                    <a:pt x="0" y="7373"/>
                    <a:pt x="0" y="7940"/>
                  </a:cubicBezTo>
                  <a:cubicBezTo>
                    <a:pt x="0" y="8476"/>
                    <a:pt x="473" y="8948"/>
                    <a:pt x="1040" y="8948"/>
                  </a:cubicBezTo>
                  <a:cubicBezTo>
                    <a:pt x="1575" y="8948"/>
                    <a:pt x="2048" y="8476"/>
                    <a:pt x="2048" y="7940"/>
                  </a:cubicBezTo>
                  <a:lnTo>
                    <a:pt x="2048" y="7751"/>
                  </a:lnTo>
                  <a:lnTo>
                    <a:pt x="3088" y="7153"/>
                  </a:lnTo>
                  <a:cubicBezTo>
                    <a:pt x="3340" y="7373"/>
                    <a:pt x="3623" y="7625"/>
                    <a:pt x="3970" y="7783"/>
                  </a:cubicBezTo>
                  <a:lnTo>
                    <a:pt x="3308" y="8948"/>
                  </a:lnTo>
                  <a:lnTo>
                    <a:pt x="3119" y="8948"/>
                  </a:lnTo>
                  <a:cubicBezTo>
                    <a:pt x="2552" y="8948"/>
                    <a:pt x="2080" y="9421"/>
                    <a:pt x="2080" y="9988"/>
                  </a:cubicBezTo>
                  <a:cubicBezTo>
                    <a:pt x="2080" y="10524"/>
                    <a:pt x="2552" y="10996"/>
                    <a:pt x="3119" y="10996"/>
                  </a:cubicBezTo>
                  <a:cubicBezTo>
                    <a:pt x="3655" y="10996"/>
                    <a:pt x="4127" y="10524"/>
                    <a:pt x="4127" y="9988"/>
                  </a:cubicBezTo>
                  <a:cubicBezTo>
                    <a:pt x="4127" y="9736"/>
                    <a:pt x="4064" y="9515"/>
                    <a:pt x="3907" y="9326"/>
                  </a:cubicBezTo>
                  <a:lnTo>
                    <a:pt x="4600" y="8098"/>
                  </a:lnTo>
                  <a:cubicBezTo>
                    <a:pt x="4883" y="8161"/>
                    <a:pt x="5199" y="8255"/>
                    <a:pt x="5514" y="8287"/>
                  </a:cubicBezTo>
                  <a:lnTo>
                    <a:pt x="5514" y="9736"/>
                  </a:lnTo>
                  <a:cubicBezTo>
                    <a:pt x="5136" y="9894"/>
                    <a:pt x="4852" y="10272"/>
                    <a:pt x="4852" y="10713"/>
                  </a:cubicBezTo>
                  <a:cubicBezTo>
                    <a:pt x="4852" y="11280"/>
                    <a:pt x="5325" y="11752"/>
                    <a:pt x="5860" y="11752"/>
                  </a:cubicBezTo>
                  <a:cubicBezTo>
                    <a:pt x="6427" y="11752"/>
                    <a:pt x="6900" y="11280"/>
                    <a:pt x="6900" y="10713"/>
                  </a:cubicBezTo>
                  <a:cubicBezTo>
                    <a:pt x="6900" y="10303"/>
                    <a:pt x="6616" y="9894"/>
                    <a:pt x="6238" y="9736"/>
                  </a:cubicBezTo>
                  <a:lnTo>
                    <a:pt x="6238" y="8287"/>
                  </a:lnTo>
                  <a:cubicBezTo>
                    <a:pt x="6553" y="8255"/>
                    <a:pt x="6868" y="8224"/>
                    <a:pt x="7120" y="8098"/>
                  </a:cubicBezTo>
                  <a:lnTo>
                    <a:pt x="7845" y="9326"/>
                  </a:lnTo>
                  <a:cubicBezTo>
                    <a:pt x="7687" y="9515"/>
                    <a:pt x="7593" y="9736"/>
                    <a:pt x="7593" y="9988"/>
                  </a:cubicBezTo>
                  <a:cubicBezTo>
                    <a:pt x="7593" y="10524"/>
                    <a:pt x="8065" y="10996"/>
                    <a:pt x="8633" y="10996"/>
                  </a:cubicBezTo>
                  <a:cubicBezTo>
                    <a:pt x="9168" y="10996"/>
                    <a:pt x="9641" y="10524"/>
                    <a:pt x="9641" y="9988"/>
                  </a:cubicBezTo>
                  <a:cubicBezTo>
                    <a:pt x="9641" y="9421"/>
                    <a:pt x="9168" y="8948"/>
                    <a:pt x="8633" y="8948"/>
                  </a:cubicBezTo>
                  <a:lnTo>
                    <a:pt x="8444" y="8948"/>
                  </a:lnTo>
                  <a:lnTo>
                    <a:pt x="7750" y="7783"/>
                  </a:lnTo>
                  <a:cubicBezTo>
                    <a:pt x="8065" y="7625"/>
                    <a:pt x="8381" y="7373"/>
                    <a:pt x="8664" y="7153"/>
                  </a:cubicBezTo>
                  <a:lnTo>
                    <a:pt x="9735" y="7751"/>
                  </a:lnTo>
                  <a:lnTo>
                    <a:pt x="9735" y="7940"/>
                  </a:lnTo>
                  <a:cubicBezTo>
                    <a:pt x="9735" y="8476"/>
                    <a:pt x="10208" y="8948"/>
                    <a:pt x="10743" y="8948"/>
                  </a:cubicBezTo>
                  <a:cubicBezTo>
                    <a:pt x="11310" y="8948"/>
                    <a:pt x="11783" y="8476"/>
                    <a:pt x="11783" y="7940"/>
                  </a:cubicBezTo>
                  <a:cubicBezTo>
                    <a:pt x="11626" y="7342"/>
                    <a:pt x="11153" y="6901"/>
                    <a:pt x="10586" y="6901"/>
                  </a:cubicBezTo>
                  <a:cubicBezTo>
                    <a:pt x="10302" y="6901"/>
                    <a:pt x="10082" y="6995"/>
                    <a:pt x="9924" y="7153"/>
                  </a:cubicBezTo>
                  <a:lnTo>
                    <a:pt x="9011" y="6617"/>
                  </a:lnTo>
                  <a:cubicBezTo>
                    <a:pt x="9578" y="5924"/>
                    <a:pt x="9893" y="5010"/>
                    <a:pt x="9893" y="4097"/>
                  </a:cubicBezTo>
                  <a:cubicBezTo>
                    <a:pt x="9893" y="1828"/>
                    <a:pt x="8034" y="1"/>
                    <a:pt x="57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8"/>
            <p:cNvSpPr/>
            <p:nvPr/>
          </p:nvSpPr>
          <p:spPr>
            <a:xfrm>
              <a:off x="6059226" y="2487782"/>
              <a:ext cx="163813" cy="189887"/>
            </a:xfrm>
            <a:custGeom>
              <a:avLst/>
              <a:gdLst/>
              <a:ahLst/>
              <a:cxnLst/>
              <a:rect l="l" t="t" r="r" b="b"/>
              <a:pathLst>
                <a:path w="4159" h="4821" extrusionOk="0">
                  <a:moveTo>
                    <a:pt x="2048" y="725"/>
                  </a:moveTo>
                  <a:cubicBezTo>
                    <a:pt x="2458" y="725"/>
                    <a:pt x="2741" y="1040"/>
                    <a:pt x="2741" y="1387"/>
                  </a:cubicBezTo>
                  <a:cubicBezTo>
                    <a:pt x="2741" y="1765"/>
                    <a:pt x="2426" y="2049"/>
                    <a:pt x="2048" y="2049"/>
                  </a:cubicBezTo>
                  <a:cubicBezTo>
                    <a:pt x="1702" y="2049"/>
                    <a:pt x="1387" y="1733"/>
                    <a:pt x="1387" y="1387"/>
                  </a:cubicBezTo>
                  <a:cubicBezTo>
                    <a:pt x="1387" y="1040"/>
                    <a:pt x="1702" y="725"/>
                    <a:pt x="2048" y="725"/>
                  </a:cubicBezTo>
                  <a:close/>
                  <a:moveTo>
                    <a:pt x="2363" y="2773"/>
                  </a:moveTo>
                  <a:cubicBezTo>
                    <a:pt x="2930" y="2773"/>
                    <a:pt x="3403" y="3246"/>
                    <a:pt x="3403" y="3781"/>
                  </a:cubicBezTo>
                  <a:lnTo>
                    <a:pt x="3403" y="4128"/>
                  </a:lnTo>
                  <a:lnTo>
                    <a:pt x="630" y="4128"/>
                  </a:lnTo>
                  <a:lnTo>
                    <a:pt x="630" y="3781"/>
                  </a:lnTo>
                  <a:lnTo>
                    <a:pt x="693" y="3781"/>
                  </a:lnTo>
                  <a:cubicBezTo>
                    <a:pt x="693" y="3246"/>
                    <a:pt x="1166" y="2773"/>
                    <a:pt x="1702" y="2773"/>
                  </a:cubicBezTo>
                  <a:close/>
                  <a:moveTo>
                    <a:pt x="2111" y="1"/>
                  </a:moveTo>
                  <a:cubicBezTo>
                    <a:pt x="1355" y="1"/>
                    <a:pt x="725" y="631"/>
                    <a:pt x="725" y="1387"/>
                  </a:cubicBezTo>
                  <a:cubicBezTo>
                    <a:pt x="725" y="1702"/>
                    <a:pt x="851" y="2017"/>
                    <a:pt x="1040" y="2238"/>
                  </a:cubicBezTo>
                  <a:cubicBezTo>
                    <a:pt x="441" y="2521"/>
                    <a:pt x="63" y="3120"/>
                    <a:pt x="63" y="3781"/>
                  </a:cubicBezTo>
                  <a:lnTo>
                    <a:pt x="63" y="4443"/>
                  </a:lnTo>
                  <a:cubicBezTo>
                    <a:pt x="0" y="4663"/>
                    <a:pt x="158" y="4821"/>
                    <a:pt x="378" y="4821"/>
                  </a:cubicBezTo>
                  <a:lnTo>
                    <a:pt x="3781" y="4821"/>
                  </a:lnTo>
                  <a:cubicBezTo>
                    <a:pt x="4001" y="4821"/>
                    <a:pt x="4159" y="4663"/>
                    <a:pt x="4159" y="4443"/>
                  </a:cubicBezTo>
                  <a:lnTo>
                    <a:pt x="4159" y="3781"/>
                  </a:lnTo>
                  <a:cubicBezTo>
                    <a:pt x="4159" y="3120"/>
                    <a:pt x="3749" y="2521"/>
                    <a:pt x="3151" y="2238"/>
                  </a:cubicBezTo>
                  <a:cubicBezTo>
                    <a:pt x="3371" y="2017"/>
                    <a:pt x="3466" y="1733"/>
                    <a:pt x="3466" y="1387"/>
                  </a:cubicBezTo>
                  <a:cubicBezTo>
                    <a:pt x="3466" y="631"/>
                    <a:pt x="2836" y="1"/>
                    <a:pt x="21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8"/>
            <p:cNvSpPr txBox="1"/>
            <p:nvPr/>
          </p:nvSpPr>
          <p:spPr>
            <a:xfrm>
              <a:off x="4909280" y="1591452"/>
              <a:ext cx="2473376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Inaguración del Horno Eléctrico, Captador de Emisiones y Planta de Tratamiento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16" name="Google Shape;216;p18"/>
            <p:cNvSpPr txBox="1"/>
            <p:nvPr/>
          </p:nvSpPr>
          <p:spPr>
            <a:xfrm>
              <a:off x="5302363" y="1265124"/>
              <a:ext cx="16875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2010</a:t>
              </a:r>
              <a:endParaRPr sz="1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217" name="Google Shape;217;p18"/>
          <p:cNvGrpSpPr/>
          <p:nvPr/>
        </p:nvGrpSpPr>
        <p:grpSpPr>
          <a:xfrm>
            <a:off x="6834925" y="2477344"/>
            <a:ext cx="1733100" cy="1577174"/>
            <a:chOff x="6834925" y="2477344"/>
            <a:chExt cx="1733100" cy="1577174"/>
          </a:xfrm>
        </p:grpSpPr>
        <p:sp>
          <p:nvSpPr>
            <p:cNvPr id="218" name="Google Shape;218;p18"/>
            <p:cNvSpPr/>
            <p:nvPr/>
          </p:nvSpPr>
          <p:spPr>
            <a:xfrm>
              <a:off x="7500129" y="2477344"/>
              <a:ext cx="409853" cy="377058"/>
            </a:xfrm>
            <a:custGeom>
              <a:avLst/>
              <a:gdLst/>
              <a:ahLst/>
              <a:cxnLst/>
              <a:rect l="l" t="t" r="r" b="b"/>
              <a:pathLst>
                <a:path w="11910" h="10957" extrusionOk="0">
                  <a:moveTo>
                    <a:pt x="7325" y="654"/>
                  </a:moveTo>
                  <a:cubicBezTo>
                    <a:pt x="7412" y="654"/>
                    <a:pt x="7498" y="686"/>
                    <a:pt x="7561" y="749"/>
                  </a:cubicBezTo>
                  <a:lnTo>
                    <a:pt x="10995" y="4088"/>
                  </a:lnTo>
                  <a:cubicBezTo>
                    <a:pt x="11122" y="4246"/>
                    <a:pt x="11122" y="4466"/>
                    <a:pt x="10995" y="4592"/>
                  </a:cubicBezTo>
                  <a:lnTo>
                    <a:pt x="10082" y="5506"/>
                  </a:lnTo>
                  <a:lnTo>
                    <a:pt x="7404" y="2859"/>
                  </a:lnTo>
                  <a:cubicBezTo>
                    <a:pt x="7215" y="2670"/>
                    <a:pt x="6955" y="2576"/>
                    <a:pt x="6691" y="2576"/>
                  </a:cubicBezTo>
                  <a:cubicBezTo>
                    <a:pt x="6427" y="2576"/>
                    <a:pt x="6159" y="2670"/>
                    <a:pt x="5955" y="2859"/>
                  </a:cubicBezTo>
                  <a:lnTo>
                    <a:pt x="4978" y="3805"/>
                  </a:lnTo>
                  <a:cubicBezTo>
                    <a:pt x="4915" y="3868"/>
                    <a:pt x="4828" y="3899"/>
                    <a:pt x="4742" y="3899"/>
                  </a:cubicBezTo>
                  <a:cubicBezTo>
                    <a:pt x="4655" y="3899"/>
                    <a:pt x="4568" y="3868"/>
                    <a:pt x="4505" y="3805"/>
                  </a:cubicBezTo>
                  <a:cubicBezTo>
                    <a:pt x="4379" y="3679"/>
                    <a:pt x="4379" y="3458"/>
                    <a:pt x="4505" y="3332"/>
                  </a:cubicBezTo>
                  <a:lnTo>
                    <a:pt x="5955" y="1883"/>
                  </a:lnTo>
                  <a:lnTo>
                    <a:pt x="7089" y="749"/>
                  </a:lnTo>
                  <a:cubicBezTo>
                    <a:pt x="7152" y="686"/>
                    <a:pt x="7239" y="654"/>
                    <a:pt x="7325" y="654"/>
                  </a:cubicBezTo>
                  <a:close/>
                  <a:moveTo>
                    <a:pt x="2808" y="5183"/>
                  </a:moveTo>
                  <a:cubicBezTo>
                    <a:pt x="2899" y="5183"/>
                    <a:pt x="2993" y="5207"/>
                    <a:pt x="3056" y="5254"/>
                  </a:cubicBezTo>
                  <a:cubicBezTo>
                    <a:pt x="3151" y="5380"/>
                    <a:pt x="3151" y="5632"/>
                    <a:pt x="3056" y="5726"/>
                  </a:cubicBezTo>
                  <a:lnTo>
                    <a:pt x="2048" y="6735"/>
                  </a:lnTo>
                  <a:cubicBezTo>
                    <a:pt x="2001" y="6782"/>
                    <a:pt x="1914" y="6805"/>
                    <a:pt x="1824" y="6805"/>
                  </a:cubicBezTo>
                  <a:cubicBezTo>
                    <a:pt x="1733" y="6805"/>
                    <a:pt x="1639" y="6782"/>
                    <a:pt x="1576" y="6735"/>
                  </a:cubicBezTo>
                  <a:cubicBezTo>
                    <a:pt x="1449" y="6609"/>
                    <a:pt x="1449" y="6357"/>
                    <a:pt x="1576" y="6262"/>
                  </a:cubicBezTo>
                  <a:lnTo>
                    <a:pt x="2584" y="5254"/>
                  </a:lnTo>
                  <a:cubicBezTo>
                    <a:pt x="2631" y="5207"/>
                    <a:pt x="2718" y="5183"/>
                    <a:pt x="2808" y="5183"/>
                  </a:cubicBezTo>
                  <a:close/>
                  <a:moveTo>
                    <a:pt x="3785" y="6167"/>
                  </a:moveTo>
                  <a:cubicBezTo>
                    <a:pt x="3875" y="6167"/>
                    <a:pt x="3970" y="6199"/>
                    <a:pt x="4033" y="6262"/>
                  </a:cubicBezTo>
                  <a:cubicBezTo>
                    <a:pt x="4159" y="6357"/>
                    <a:pt x="4159" y="6609"/>
                    <a:pt x="4033" y="6735"/>
                  </a:cubicBezTo>
                  <a:lnTo>
                    <a:pt x="3056" y="7711"/>
                  </a:lnTo>
                  <a:cubicBezTo>
                    <a:pt x="2993" y="7774"/>
                    <a:pt x="2899" y="7806"/>
                    <a:pt x="2808" y="7806"/>
                  </a:cubicBezTo>
                  <a:cubicBezTo>
                    <a:pt x="2718" y="7806"/>
                    <a:pt x="2631" y="7774"/>
                    <a:pt x="2584" y="7711"/>
                  </a:cubicBezTo>
                  <a:cubicBezTo>
                    <a:pt x="2395" y="7554"/>
                    <a:pt x="2395" y="7365"/>
                    <a:pt x="2584" y="7239"/>
                  </a:cubicBezTo>
                  <a:lnTo>
                    <a:pt x="3560" y="6262"/>
                  </a:lnTo>
                  <a:cubicBezTo>
                    <a:pt x="3608" y="6199"/>
                    <a:pt x="3694" y="6167"/>
                    <a:pt x="3785" y="6167"/>
                  </a:cubicBezTo>
                  <a:close/>
                  <a:moveTo>
                    <a:pt x="4730" y="7113"/>
                  </a:moveTo>
                  <a:cubicBezTo>
                    <a:pt x="4821" y="7113"/>
                    <a:pt x="4915" y="7144"/>
                    <a:pt x="4978" y="7207"/>
                  </a:cubicBezTo>
                  <a:cubicBezTo>
                    <a:pt x="5073" y="7302"/>
                    <a:pt x="5073" y="7554"/>
                    <a:pt x="4978" y="7680"/>
                  </a:cubicBezTo>
                  <a:lnTo>
                    <a:pt x="4001" y="8656"/>
                  </a:lnTo>
                  <a:cubicBezTo>
                    <a:pt x="3938" y="8719"/>
                    <a:pt x="3844" y="8751"/>
                    <a:pt x="3749" y="8751"/>
                  </a:cubicBezTo>
                  <a:cubicBezTo>
                    <a:pt x="3655" y="8751"/>
                    <a:pt x="3560" y="8719"/>
                    <a:pt x="3497" y="8656"/>
                  </a:cubicBezTo>
                  <a:cubicBezTo>
                    <a:pt x="3403" y="8530"/>
                    <a:pt x="3403" y="8310"/>
                    <a:pt x="3497" y="8184"/>
                  </a:cubicBezTo>
                  <a:lnTo>
                    <a:pt x="4505" y="7207"/>
                  </a:lnTo>
                  <a:cubicBezTo>
                    <a:pt x="4553" y="7144"/>
                    <a:pt x="4639" y="7113"/>
                    <a:pt x="4730" y="7113"/>
                  </a:cubicBezTo>
                  <a:close/>
                  <a:moveTo>
                    <a:pt x="4100" y="969"/>
                  </a:moveTo>
                  <a:cubicBezTo>
                    <a:pt x="4190" y="969"/>
                    <a:pt x="4285" y="1001"/>
                    <a:pt x="4348" y="1064"/>
                  </a:cubicBezTo>
                  <a:lnTo>
                    <a:pt x="5041" y="1725"/>
                  </a:lnTo>
                  <a:lnTo>
                    <a:pt x="3938" y="2828"/>
                  </a:lnTo>
                  <a:cubicBezTo>
                    <a:pt x="3560" y="3206"/>
                    <a:pt x="3560" y="3899"/>
                    <a:pt x="3938" y="4277"/>
                  </a:cubicBezTo>
                  <a:cubicBezTo>
                    <a:pt x="4143" y="4482"/>
                    <a:pt x="4411" y="4584"/>
                    <a:pt x="4675" y="4584"/>
                  </a:cubicBezTo>
                  <a:cubicBezTo>
                    <a:pt x="4939" y="4584"/>
                    <a:pt x="5199" y="4482"/>
                    <a:pt x="5388" y="4277"/>
                  </a:cubicBezTo>
                  <a:lnTo>
                    <a:pt x="6396" y="3332"/>
                  </a:lnTo>
                  <a:cubicBezTo>
                    <a:pt x="6443" y="3269"/>
                    <a:pt x="6530" y="3238"/>
                    <a:pt x="6620" y="3238"/>
                  </a:cubicBezTo>
                  <a:cubicBezTo>
                    <a:pt x="6711" y="3238"/>
                    <a:pt x="6805" y="3269"/>
                    <a:pt x="6868" y="3332"/>
                  </a:cubicBezTo>
                  <a:lnTo>
                    <a:pt x="10334" y="6735"/>
                  </a:lnTo>
                  <a:cubicBezTo>
                    <a:pt x="10491" y="6829"/>
                    <a:pt x="10491" y="7113"/>
                    <a:pt x="10365" y="7239"/>
                  </a:cubicBezTo>
                  <a:cubicBezTo>
                    <a:pt x="10302" y="7302"/>
                    <a:pt x="10216" y="7333"/>
                    <a:pt x="10129" y="7333"/>
                  </a:cubicBezTo>
                  <a:cubicBezTo>
                    <a:pt x="10042" y="7333"/>
                    <a:pt x="9956" y="7302"/>
                    <a:pt x="9893" y="7239"/>
                  </a:cubicBezTo>
                  <a:lnTo>
                    <a:pt x="8444" y="5789"/>
                  </a:lnTo>
                  <a:cubicBezTo>
                    <a:pt x="8381" y="5726"/>
                    <a:pt x="8286" y="5695"/>
                    <a:pt x="8195" y="5695"/>
                  </a:cubicBezTo>
                  <a:cubicBezTo>
                    <a:pt x="8105" y="5695"/>
                    <a:pt x="8018" y="5726"/>
                    <a:pt x="7971" y="5789"/>
                  </a:cubicBezTo>
                  <a:cubicBezTo>
                    <a:pt x="7845" y="5884"/>
                    <a:pt x="7845" y="6136"/>
                    <a:pt x="7971" y="6262"/>
                  </a:cubicBezTo>
                  <a:lnTo>
                    <a:pt x="9420" y="7711"/>
                  </a:lnTo>
                  <a:cubicBezTo>
                    <a:pt x="9546" y="7837"/>
                    <a:pt x="9546" y="8058"/>
                    <a:pt x="9420" y="8184"/>
                  </a:cubicBezTo>
                  <a:cubicBezTo>
                    <a:pt x="9357" y="8247"/>
                    <a:pt x="9271" y="8278"/>
                    <a:pt x="9184" y="8278"/>
                  </a:cubicBezTo>
                  <a:cubicBezTo>
                    <a:pt x="9097" y="8278"/>
                    <a:pt x="9011" y="8247"/>
                    <a:pt x="8948" y="8184"/>
                  </a:cubicBezTo>
                  <a:lnTo>
                    <a:pt x="7498" y="6735"/>
                  </a:lnTo>
                  <a:cubicBezTo>
                    <a:pt x="7435" y="6672"/>
                    <a:pt x="7341" y="6640"/>
                    <a:pt x="7250" y="6640"/>
                  </a:cubicBezTo>
                  <a:cubicBezTo>
                    <a:pt x="7160" y="6640"/>
                    <a:pt x="7073" y="6672"/>
                    <a:pt x="7026" y="6735"/>
                  </a:cubicBezTo>
                  <a:cubicBezTo>
                    <a:pt x="6900" y="6829"/>
                    <a:pt x="6900" y="7081"/>
                    <a:pt x="7026" y="7176"/>
                  </a:cubicBezTo>
                  <a:lnTo>
                    <a:pt x="8475" y="8656"/>
                  </a:lnTo>
                  <a:cubicBezTo>
                    <a:pt x="8601" y="8751"/>
                    <a:pt x="8601" y="9003"/>
                    <a:pt x="8475" y="9129"/>
                  </a:cubicBezTo>
                  <a:cubicBezTo>
                    <a:pt x="8412" y="9176"/>
                    <a:pt x="8325" y="9200"/>
                    <a:pt x="8239" y="9200"/>
                  </a:cubicBezTo>
                  <a:cubicBezTo>
                    <a:pt x="8152" y="9200"/>
                    <a:pt x="8066" y="9176"/>
                    <a:pt x="8003" y="9129"/>
                  </a:cubicBezTo>
                  <a:lnTo>
                    <a:pt x="6459" y="7648"/>
                  </a:lnTo>
                  <a:cubicBezTo>
                    <a:pt x="6270" y="7459"/>
                    <a:pt x="6018" y="7396"/>
                    <a:pt x="5797" y="7396"/>
                  </a:cubicBezTo>
                  <a:cubicBezTo>
                    <a:pt x="5797" y="7144"/>
                    <a:pt x="5671" y="6924"/>
                    <a:pt x="5482" y="6735"/>
                  </a:cubicBezTo>
                  <a:cubicBezTo>
                    <a:pt x="5293" y="6514"/>
                    <a:pt x="5041" y="6451"/>
                    <a:pt x="4821" y="6388"/>
                  </a:cubicBezTo>
                  <a:cubicBezTo>
                    <a:pt x="4821" y="6167"/>
                    <a:pt x="4694" y="5947"/>
                    <a:pt x="4505" y="5726"/>
                  </a:cubicBezTo>
                  <a:cubicBezTo>
                    <a:pt x="4285" y="5537"/>
                    <a:pt x="4064" y="5474"/>
                    <a:pt x="3812" y="5411"/>
                  </a:cubicBezTo>
                  <a:cubicBezTo>
                    <a:pt x="3812" y="5191"/>
                    <a:pt x="3718" y="4939"/>
                    <a:pt x="3497" y="4750"/>
                  </a:cubicBezTo>
                  <a:cubicBezTo>
                    <a:pt x="3308" y="4561"/>
                    <a:pt x="3048" y="4466"/>
                    <a:pt x="2785" y="4466"/>
                  </a:cubicBezTo>
                  <a:cubicBezTo>
                    <a:pt x="2521" y="4466"/>
                    <a:pt x="2253" y="4561"/>
                    <a:pt x="2048" y="4750"/>
                  </a:cubicBezTo>
                  <a:lnTo>
                    <a:pt x="1544" y="5254"/>
                  </a:lnTo>
                  <a:lnTo>
                    <a:pt x="819" y="4561"/>
                  </a:lnTo>
                  <a:cubicBezTo>
                    <a:pt x="725" y="4435"/>
                    <a:pt x="725" y="4183"/>
                    <a:pt x="819" y="4088"/>
                  </a:cubicBezTo>
                  <a:lnTo>
                    <a:pt x="3875" y="1064"/>
                  </a:lnTo>
                  <a:cubicBezTo>
                    <a:pt x="3923" y="1001"/>
                    <a:pt x="4009" y="969"/>
                    <a:pt x="4100" y="969"/>
                  </a:cubicBezTo>
                  <a:close/>
                  <a:moveTo>
                    <a:pt x="5718" y="8089"/>
                  </a:moveTo>
                  <a:cubicBezTo>
                    <a:pt x="5805" y="8089"/>
                    <a:pt x="5892" y="8121"/>
                    <a:pt x="5955" y="8184"/>
                  </a:cubicBezTo>
                  <a:cubicBezTo>
                    <a:pt x="6081" y="8310"/>
                    <a:pt x="6081" y="8530"/>
                    <a:pt x="5955" y="8656"/>
                  </a:cubicBezTo>
                  <a:lnTo>
                    <a:pt x="4978" y="9633"/>
                  </a:lnTo>
                  <a:cubicBezTo>
                    <a:pt x="4915" y="9696"/>
                    <a:pt x="4821" y="9728"/>
                    <a:pt x="4730" y="9728"/>
                  </a:cubicBezTo>
                  <a:cubicBezTo>
                    <a:pt x="4639" y="9728"/>
                    <a:pt x="4553" y="9696"/>
                    <a:pt x="4505" y="9633"/>
                  </a:cubicBezTo>
                  <a:cubicBezTo>
                    <a:pt x="4379" y="9507"/>
                    <a:pt x="4379" y="9286"/>
                    <a:pt x="4505" y="9160"/>
                  </a:cubicBezTo>
                  <a:lnTo>
                    <a:pt x="5482" y="8184"/>
                  </a:lnTo>
                  <a:cubicBezTo>
                    <a:pt x="5545" y="8121"/>
                    <a:pt x="5632" y="8089"/>
                    <a:pt x="5718" y="8089"/>
                  </a:cubicBezTo>
                  <a:close/>
                  <a:moveTo>
                    <a:pt x="6616" y="8877"/>
                  </a:moveTo>
                  <a:lnTo>
                    <a:pt x="7467" y="9665"/>
                  </a:lnTo>
                  <a:cubicBezTo>
                    <a:pt x="7593" y="9759"/>
                    <a:pt x="7593" y="9980"/>
                    <a:pt x="7435" y="10106"/>
                  </a:cubicBezTo>
                  <a:cubicBezTo>
                    <a:pt x="7388" y="10169"/>
                    <a:pt x="7286" y="10200"/>
                    <a:pt x="7179" y="10200"/>
                  </a:cubicBezTo>
                  <a:cubicBezTo>
                    <a:pt x="7073" y="10200"/>
                    <a:pt x="6963" y="10169"/>
                    <a:pt x="6900" y="10106"/>
                  </a:cubicBezTo>
                  <a:lnTo>
                    <a:pt x="6207" y="9412"/>
                  </a:lnTo>
                  <a:lnTo>
                    <a:pt x="6427" y="9160"/>
                  </a:lnTo>
                  <a:cubicBezTo>
                    <a:pt x="6522" y="9097"/>
                    <a:pt x="6585" y="8971"/>
                    <a:pt x="6616" y="8877"/>
                  </a:cubicBezTo>
                  <a:close/>
                  <a:moveTo>
                    <a:pt x="7309" y="0"/>
                  </a:moveTo>
                  <a:cubicBezTo>
                    <a:pt x="7042" y="0"/>
                    <a:pt x="6774" y="103"/>
                    <a:pt x="6585" y="308"/>
                  </a:cubicBezTo>
                  <a:lnTo>
                    <a:pt x="5608" y="1284"/>
                  </a:lnTo>
                  <a:lnTo>
                    <a:pt x="4852" y="560"/>
                  </a:lnTo>
                  <a:cubicBezTo>
                    <a:pt x="4656" y="394"/>
                    <a:pt x="4409" y="307"/>
                    <a:pt x="4163" y="307"/>
                  </a:cubicBezTo>
                  <a:cubicBezTo>
                    <a:pt x="3897" y="307"/>
                    <a:pt x="3631" y="409"/>
                    <a:pt x="3434" y="623"/>
                  </a:cubicBezTo>
                  <a:lnTo>
                    <a:pt x="410" y="3647"/>
                  </a:lnTo>
                  <a:cubicBezTo>
                    <a:pt x="0" y="4025"/>
                    <a:pt x="0" y="4718"/>
                    <a:pt x="410" y="5096"/>
                  </a:cubicBezTo>
                  <a:lnTo>
                    <a:pt x="1103" y="5821"/>
                  </a:lnTo>
                  <a:cubicBezTo>
                    <a:pt x="725" y="6199"/>
                    <a:pt x="725" y="6829"/>
                    <a:pt x="1103" y="7239"/>
                  </a:cubicBezTo>
                  <a:cubicBezTo>
                    <a:pt x="1292" y="7428"/>
                    <a:pt x="1544" y="7491"/>
                    <a:pt x="1765" y="7554"/>
                  </a:cubicBezTo>
                  <a:cubicBezTo>
                    <a:pt x="1765" y="7774"/>
                    <a:pt x="1891" y="8026"/>
                    <a:pt x="2080" y="8215"/>
                  </a:cubicBezTo>
                  <a:cubicBezTo>
                    <a:pt x="2300" y="8404"/>
                    <a:pt x="2521" y="8499"/>
                    <a:pt x="2773" y="8530"/>
                  </a:cubicBezTo>
                  <a:cubicBezTo>
                    <a:pt x="2773" y="8751"/>
                    <a:pt x="2867" y="9003"/>
                    <a:pt x="3088" y="9192"/>
                  </a:cubicBezTo>
                  <a:cubicBezTo>
                    <a:pt x="3277" y="9381"/>
                    <a:pt x="3497" y="9475"/>
                    <a:pt x="3749" y="9507"/>
                  </a:cubicBezTo>
                  <a:cubicBezTo>
                    <a:pt x="3749" y="9759"/>
                    <a:pt x="3875" y="9980"/>
                    <a:pt x="4064" y="10169"/>
                  </a:cubicBezTo>
                  <a:cubicBezTo>
                    <a:pt x="4253" y="10373"/>
                    <a:pt x="4521" y="10476"/>
                    <a:pt x="4789" y="10476"/>
                  </a:cubicBezTo>
                  <a:cubicBezTo>
                    <a:pt x="5057" y="10476"/>
                    <a:pt x="5325" y="10373"/>
                    <a:pt x="5514" y="10169"/>
                  </a:cubicBezTo>
                  <a:lnTo>
                    <a:pt x="5766" y="9948"/>
                  </a:lnTo>
                  <a:lnTo>
                    <a:pt x="6459" y="10673"/>
                  </a:lnTo>
                  <a:cubicBezTo>
                    <a:pt x="6664" y="10862"/>
                    <a:pt x="6939" y="10956"/>
                    <a:pt x="7219" y="10956"/>
                  </a:cubicBezTo>
                  <a:cubicBezTo>
                    <a:pt x="7498" y="10956"/>
                    <a:pt x="7782" y="10862"/>
                    <a:pt x="8003" y="10673"/>
                  </a:cubicBezTo>
                  <a:cubicBezTo>
                    <a:pt x="8192" y="10452"/>
                    <a:pt x="8286" y="10232"/>
                    <a:pt x="8318" y="9980"/>
                  </a:cubicBezTo>
                  <a:cubicBezTo>
                    <a:pt x="8538" y="9980"/>
                    <a:pt x="8790" y="9885"/>
                    <a:pt x="8979" y="9665"/>
                  </a:cubicBezTo>
                  <a:cubicBezTo>
                    <a:pt x="9168" y="9475"/>
                    <a:pt x="9263" y="9255"/>
                    <a:pt x="9294" y="9003"/>
                  </a:cubicBezTo>
                  <a:cubicBezTo>
                    <a:pt x="9546" y="9003"/>
                    <a:pt x="9767" y="8877"/>
                    <a:pt x="9956" y="8688"/>
                  </a:cubicBezTo>
                  <a:cubicBezTo>
                    <a:pt x="10176" y="8499"/>
                    <a:pt x="10239" y="8247"/>
                    <a:pt x="10271" y="8026"/>
                  </a:cubicBezTo>
                  <a:cubicBezTo>
                    <a:pt x="10523" y="8026"/>
                    <a:pt x="10743" y="7900"/>
                    <a:pt x="10964" y="7711"/>
                  </a:cubicBezTo>
                  <a:cubicBezTo>
                    <a:pt x="11342" y="7302"/>
                    <a:pt x="11342" y="6640"/>
                    <a:pt x="10964" y="6262"/>
                  </a:cubicBezTo>
                  <a:lnTo>
                    <a:pt x="10680" y="5978"/>
                  </a:lnTo>
                  <a:lnTo>
                    <a:pt x="11594" y="5065"/>
                  </a:lnTo>
                  <a:cubicBezTo>
                    <a:pt x="11909" y="4687"/>
                    <a:pt x="11909" y="4057"/>
                    <a:pt x="11468" y="3647"/>
                  </a:cubicBezTo>
                  <a:lnTo>
                    <a:pt x="8034" y="308"/>
                  </a:lnTo>
                  <a:cubicBezTo>
                    <a:pt x="7845" y="103"/>
                    <a:pt x="7577" y="0"/>
                    <a:pt x="73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8"/>
            <p:cNvSpPr txBox="1"/>
            <p:nvPr/>
          </p:nvSpPr>
          <p:spPr>
            <a:xfrm>
              <a:off x="6834925" y="3606618"/>
              <a:ext cx="17331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60 años y expansión comercial</a:t>
              </a:r>
              <a:endParaRPr sz="12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20" name="Google Shape;220;p18"/>
            <p:cNvSpPr txBox="1"/>
            <p:nvPr/>
          </p:nvSpPr>
          <p:spPr>
            <a:xfrm>
              <a:off x="6834925" y="3292743"/>
              <a:ext cx="17331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2016</a:t>
              </a:r>
              <a:endParaRPr sz="1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06B90259-0819-8D0C-984A-1BC105AAFD03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0962532-7C07-79A7-D104-E369005954F6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Historia de la empresa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17"/>
          <p:cNvGrpSpPr/>
          <p:nvPr/>
        </p:nvGrpSpPr>
        <p:grpSpPr>
          <a:xfrm>
            <a:off x="457200" y="1579480"/>
            <a:ext cx="2009882" cy="721579"/>
            <a:chOff x="457200" y="1579480"/>
            <a:chExt cx="2009882" cy="721579"/>
          </a:xfrm>
        </p:grpSpPr>
        <p:sp>
          <p:nvSpPr>
            <p:cNvPr id="147" name="Google Shape;147;p17"/>
            <p:cNvSpPr txBox="1"/>
            <p:nvPr/>
          </p:nvSpPr>
          <p:spPr>
            <a:xfrm>
              <a:off x="457200" y="1853159"/>
              <a:ext cx="2009882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Ser global y </a:t>
              </a:r>
              <a:r>
                <a:rPr lang="en-US" sz="1200" dirty="0" err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referente</a:t>
              </a:r>
              <a:r>
                <a:rPr lang="en-US" sz="1200" dirty="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 en los </a:t>
              </a:r>
              <a:r>
                <a:rPr lang="en-US" sz="1200" dirty="0" err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negocios</a:t>
              </a:r>
              <a:r>
                <a:rPr lang="en-US" sz="1200" dirty="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 que </a:t>
              </a:r>
              <a:r>
                <a:rPr lang="en-US" sz="1200" dirty="0" err="1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actúa</a:t>
              </a:r>
              <a:endParaRPr lang="en-US" sz="12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457200" y="1579480"/>
              <a:ext cx="18138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2"/>
                  </a:solidFill>
                  <a:latin typeface="Fira Sans"/>
                  <a:ea typeface="Fira Sans"/>
                  <a:cs typeface="Fira Sans"/>
                  <a:sym typeface="Fira Sans"/>
                </a:rPr>
                <a:t>Visión</a:t>
              </a:r>
              <a:endParaRPr sz="1800" b="1" dirty="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49" name="Google Shape;149;p17"/>
          <p:cNvGrpSpPr/>
          <p:nvPr/>
        </p:nvGrpSpPr>
        <p:grpSpPr>
          <a:xfrm>
            <a:off x="457200" y="2487738"/>
            <a:ext cx="1813800" cy="721579"/>
            <a:chOff x="457200" y="2487738"/>
            <a:chExt cx="1813800" cy="721579"/>
          </a:xfrm>
        </p:grpSpPr>
        <p:sp>
          <p:nvSpPr>
            <p:cNvPr id="150" name="Google Shape;150;p17"/>
            <p:cNvSpPr txBox="1"/>
            <p:nvPr/>
          </p:nvSpPr>
          <p:spPr>
            <a:xfrm>
              <a:off x="457200" y="2761417"/>
              <a:ext cx="18138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Generar valor a nuestros clientes en forma sostenible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457200" y="2487738"/>
              <a:ext cx="18138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lt2"/>
                  </a:solidFill>
                  <a:latin typeface="Fira Sans"/>
                  <a:ea typeface="Fira Sans"/>
                  <a:cs typeface="Fira Sans"/>
                  <a:sym typeface="Fira Sans"/>
                </a:rPr>
                <a:t>Misión</a:t>
              </a:r>
              <a:endParaRPr sz="1800" b="1" dirty="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457200" y="3395996"/>
            <a:ext cx="1813800" cy="721579"/>
            <a:chOff x="457200" y="3395996"/>
            <a:chExt cx="1813800" cy="721579"/>
          </a:xfrm>
        </p:grpSpPr>
        <p:sp>
          <p:nvSpPr>
            <p:cNvPr id="153" name="Google Shape;153;p17"/>
            <p:cNvSpPr txBox="1"/>
            <p:nvPr/>
          </p:nvSpPr>
          <p:spPr>
            <a:xfrm>
              <a:off x="457200" y="3669675"/>
              <a:ext cx="18138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Empoderar a las personas que construyen un futuro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457200" y="3395996"/>
              <a:ext cx="18138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accent1"/>
                  </a:solidFill>
                  <a:latin typeface="Fira Sans"/>
                  <a:ea typeface="Fira Sans"/>
                  <a:cs typeface="Fira Sans"/>
                  <a:sym typeface="Fira Sans"/>
                </a:rPr>
                <a:t>Propósito</a:t>
              </a:r>
              <a:endParaRPr sz="1800" b="1" dirty="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55" name="Google Shape;155;p17"/>
          <p:cNvGrpSpPr/>
          <p:nvPr/>
        </p:nvGrpSpPr>
        <p:grpSpPr>
          <a:xfrm>
            <a:off x="6873000" y="2487738"/>
            <a:ext cx="1813800" cy="721579"/>
            <a:chOff x="6873000" y="2487738"/>
            <a:chExt cx="1813800" cy="721579"/>
          </a:xfrm>
        </p:grpSpPr>
        <p:sp>
          <p:nvSpPr>
            <p:cNvPr id="156" name="Google Shape;156;p17"/>
            <p:cNvSpPr txBox="1"/>
            <p:nvPr/>
          </p:nvSpPr>
          <p:spPr>
            <a:xfrm>
              <a:off x="6873000" y="2761417"/>
              <a:ext cx="18138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Compliance, ética interna y ética para terceros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6873000" y="2487738"/>
              <a:ext cx="18138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Política</a:t>
              </a:r>
              <a:endParaRPr sz="1800" b="1" dirty="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58" name="Google Shape;158;p17"/>
          <p:cNvGrpSpPr/>
          <p:nvPr/>
        </p:nvGrpSpPr>
        <p:grpSpPr>
          <a:xfrm>
            <a:off x="6873000" y="3395996"/>
            <a:ext cx="1813800" cy="871204"/>
            <a:chOff x="6873000" y="3395996"/>
            <a:chExt cx="1813800" cy="721579"/>
          </a:xfrm>
        </p:grpSpPr>
        <p:sp>
          <p:nvSpPr>
            <p:cNvPr id="159" name="Google Shape;159;p17"/>
            <p:cNvSpPr txBox="1"/>
            <p:nvPr/>
          </p:nvSpPr>
          <p:spPr>
            <a:xfrm>
              <a:off x="6873000" y="3669675"/>
              <a:ext cx="18138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Mejora de productos, inversiones en negocios y perfecionar prácticas ESG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6873000" y="3395996"/>
              <a:ext cx="18138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rPr>
                <a:t>Pilares</a:t>
              </a:r>
              <a:endParaRPr sz="1800" b="1" dirty="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161" name="Google Shape;161;p17"/>
          <p:cNvGrpSpPr/>
          <p:nvPr/>
        </p:nvGrpSpPr>
        <p:grpSpPr>
          <a:xfrm>
            <a:off x="3068763" y="1197600"/>
            <a:ext cx="3006479" cy="3126017"/>
            <a:chOff x="3068763" y="1197600"/>
            <a:chExt cx="3006479" cy="3126017"/>
          </a:xfrm>
        </p:grpSpPr>
        <p:sp>
          <p:nvSpPr>
            <p:cNvPr id="162" name="Google Shape;162;p17"/>
            <p:cNvSpPr/>
            <p:nvPr/>
          </p:nvSpPr>
          <p:spPr>
            <a:xfrm>
              <a:off x="3068763" y="1718209"/>
              <a:ext cx="1203432" cy="1041445"/>
            </a:xfrm>
            <a:custGeom>
              <a:avLst/>
              <a:gdLst/>
              <a:ahLst/>
              <a:cxnLst/>
              <a:rect l="l" t="t" r="r" b="b"/>
              <a:pathLst>
                <a:path w="18056" h="15625" extrusionOk="0">
                  <a:moveTo>
                    <a:pt x="4499" y="1"/>
                  </a:moveTo>
                  <a:lnTo>
                    <a:pt x="1" y="7813"/>
                  </a:lnTo>
                  <a:lnTo>
                    <a:pt x="4499" y="15624"/>
                  </a:lnTo>
                  <a:lnTo>
                    <a:pt x="13527" y="15624"/>
                  </a:lnTo>
                  <a:lnTo>
                    <a:pt x="18056" y="7813"/>
                  </a:lnTo>
                  <a:lnTo>
                    <a:pt x="1352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3" name="Google Shape;163;p17"/>
            <p:cNvGrpSpPr/>
            <p:nvPr/>
          </p:nvGrpSpPr>
          <p:grpSpPr>
            <a:xfrm>
              <a:off x="3464331" y="2072743"/>
              <a:ext cx="412345" cy="410128"/>
              <a:chOff x="-5635200" y="2037975"/>
              <a:chExt cx="293025" cy="291450"/>
            </a:xfrm>
          </p:grpSpPr>
          <p:sp>
            <p:nvSpPr>
              <p:cNvPr id="164" name="Google Shape;164;p17"/>
              <p:cNvSpPr/>
              <p:nvPr/>
            </p:nvSpPr>
            <p:spPr>
              <a:xfrm>
                <a:off x="-5635200" y="2037975"/>
                <a:ext cx="293025" cy="291450"/>
              </a:xfrm>
              <a:custGeom>
                <a:avLst/>
                <a:gdLst/>
                <a:ahLst/>
                <a:cxnLst/>
                <a:rect l="l" t="t" r="r" b="b"/>
                <a:pathLst>
                  <a:path w="11721" h="11658" extrusionOk="0">
                    <a:moveTo>
                      <a:pt x="2395" y="725"/>
                    </a:moveTo>
                    <a:cubicBezTo>
                      <a:pt x="2930" y="725"/>
                      <a:pt x="3403" y="1197"/>
                      <a:pt x="3403" y="1733"/>
                    </a:cubicBezTo>
                    <a:cubicBezTo>
                      <a:pt x="3403" y="2300"/>
                      <a:pt x="2930" y="2773"/>
                      <a:pt x="2395" y="2773"/>
                    </a:cubicBezTo>
                    <a:cubicBezTo>
                      <a:pt x="1828" y="2773"/>
                      <a:pt x="1355" y="2300"/>
                      <a:pt x="1355" y="1733"/>
                    </a:cubicBezTo>
                    <a:cubicBezTo>
                      <a:pt x="1355" y="1197"/>
                      <a:pt x="1828" y="725"/>
                      <a:pt x="2395" y="725"/>
                    </a:cubicBezTo>
                    <a:close/>
                    <a:moveTo>
                      <a:pt x="10303" y="725"/>
                    </a:moveTo>
                    <a:lnTo>
                      <a:pt x="10303" y="6585"/>
                    </a:lnTo>
                    <a:lnTo>
                      <a:pt x="10334" y="6585"/>
                    </a:lnTo>
                    <a:cubicBezTo>
                      <a:pt x="10334" y="6774"/>
                      <a:pt x="10177" y="6931"/>
                      <a:pt x="9988" y="6931"/>
                    </a:cubicBezTo>
                    <a:lnTo>
                      <a:pt x="4789" y="6931"/>
                    </a:lnTo>
                    <a:lnTo>
                      <a:pt x="4789" y="5167"/>
                    </a:lnTo>
                    <a:cubicBezTo>
                      <a:pt x="4789" y="4253"/>
                      <a:pt x="4285" y="3434"/>
                      <a:pt x="3498" y="3025"/>
                    </a:cubicBezTo>
                    <a:cubicBezTo>
                      <a:pt x="3844" y="2710"/>
                      <a:pt x="4096" y="2237"/>
                      <a:pt x="4096" y="1733"/>
                    </a:cubicBezTo>
                    <a:cubicBezTo>
                      <a:pt x="4096" y="1355"/>
                      <a:pt x="3970" y="977"/>
                      <a:pt x="3718" y="725"/>
                    </a:cubicBezTo>
                    <a:close/>
                    <a:moveTo>
                      <a:pt x="2710" y="3466"/>
                    </a:moveTo>
                    <a:cubicBezTo>
                      <a:pt x="3498" y="3623"/>
                      <a:pt x="4096" y="4316"/>
                      <a:pt x="4096" y="5167"/>
                    </a:cubicBezTo>
                    <a:lnTo>
                      <a:pt x="4096" y="7246"/>
                    </a:lnTo>
                    <a:cubicBezTo>
                      <a:pt x="4128" y="7435"/>
                      <a:pt x="3970" y="7593"/>
                      <a:pt x="3750" y="7593"/>
                    </a:cubicBezTo>
                    <a:cubicBezTo>
                      <a:pt x="3561" y="7593"/>
                      <a:pt x="3403" y="7750"/>
                      <a:pt x="3403" y="7971"/>
                    </a:cubicBezTo>
                    <a:lnTo>
                      <a:pt x="3403" y="10712"/>
                    </a:lnTo>
                    <a:cubicBezTo>
                      <a:pt x="3403" y="10901"/>
                      <a:pt x="3246" y="11058"/>
                      <a:pt x="3056" y="11058"/>
                    </a:cubicBezTo>
                    <a:lnTo>
                      <a:pt x="1670" y="11058"/>
                    </a:lnTo>
                    <a:cubicBezTo>
                      <a:pt x="1481" y="11058"/>
                      <a:pt x="1324" y="10901"/>
                      <a:pt x="1324" y="10712"/>
                    </a:cubicBezTo>
                    <a:lnTo>
                      <a:pt x="1324" y="7971"/>
                    </a:lnTo>
                    <a:cubicBezTo>
                      <a:pt x="1324" y="7750"/>
                      <a:pt x="1166" y="7593"/>
                      <a:pt x="977" y="7593"/>
                    </a:cubicBezTo>
                    <a:cubicBezTo>
                      <a:pt x="788" y="7593"/>
                      <a:pt x="631" y="7435"/>
                      <a:pt x="631" y="7246"/>
                    </a:cubicBezTo>
                    <a:lnTo>
                      <a:pt x="631" y="5167"/>
                    </a:lnTo>
                    <a:cubicBezTo>
                      <a:pt x="631" y="4316"/>
                      <a:pt x="1198" y="3623"/>
                      <a:pt x="1985" y="3466"/>
                    </a:cubicBezTo>
                    <a:lnTo>
                      <a:pt x="1985" y="5829"/>
                    </a:lnTo>
                    <a:cubicBezTo>
                      <a:pt x="1985" y="6018"/>
                      <a:pt x="2143" y="6175"/>
                      <a:pt x="2363" y="6175"/>
                    </a:cubicBezTo>
                    <a:cubicBezTo>
                      <a:pt x="2552" y="6175"/>
                      <a:pt x="2710" y="6018"/>
                      <a:pt x="2710" y="5829"/>
                    </a:cubicBezTo>
                    <a:lnTo>
                      <a:pt x="2710" y="3466"/>
                    </a:lnTo>
                    <a:close/>
                    <a:moveTo>
                      <a:pt x="2395" y="0"/>
                    </a:moveTo>
                    <a:cubicBezTo>
                      <a:pt x="1450" y="0"/>
                      <a:pt x="694" y="756"/>
                      <a:pt x="694" y="1702"/>
                    </a:cubicBezTo>
                    <a:cubicBezTo>
                      <a:pt x="694" y="2206"/>
                      <a:pt x="946" y="2678"/>
                      <a:pt x="1292" y="2993"/>
                    </a:cubicBezTo>
                    <a:cubicBezTo>
                      <a:pt x="536" y="3403"/>
                      <a:pt x="1" y="4222"/>
                      <a:pt x="1" y="5136"/>
                    </a:cubicBezTo>
                    <a:lnTo>
                      <a:pt x="1" y="7215"/>
                    </a:lnTo>
                    <a:cubicBezTo>
                      <a:pt x="1" y="7656"/>
                      <a:pt x="253" y="8034"/>
                      <a:pt x="662" y="8192"/>
                    </a:cubicBezTo>
                    <a:lnTo>
                      <a:pt x="662" y="10649"/>
                    </a:lnTo>
                    <a:cubicBezTo>
                      <a:pt x="662" y="11184"/>
                      <a:pt x="1135" y="11657"/>
                      <a:pt x="1670" y="11657"/>
                    </a:cubicBezTo>
                    <a:lnTo>
                      <a:pt x="3056" y="11657"/>
                    </a:lnTo>
                    <a:cubicBezTo>
                      <a:pt x="3624" y="11657"/>
                      <a:pt x="4096" y="11184"/>
                      <a:pt x="4096" y="10649"/>
                    </a:cubicBezTo>
                    <a:lnTo>
                      <a:pt x="4096" y="8192"/>
                    </a:lnTo>
                    <a:cubicBezTo>
                      <a:pt x="4348" y="8065"/>
                      <a:pt x="4600" y="7876"/>
                      <a:pt x="4726" y="7561"/>
                    </a:cubicBezTo>
                    <a:lnTo>
                      <a:pt x="9988" y="7561"/>
                    </a:lnTo>
                    <a:cubicBezTo>
                      <a:pt x="10555" y="7561"/>
                      <a:pt x="11027" y="7089"/>
                      <a:pt x="11027" y="6553"/>
                    </a:cubicBezTo>
                    <a:lnTo>
                      <a:pt x="11027" y="662"/>
                    </a:lnTo>
                    <a:lnTo>
                      <a:pt x="11374" y="662"/>
                    </a:lnTo>
                    <a:cubicBezTo>
                      <a:pt x="11563" y="662"/>
                      <a:pt x="11720" y="504"/>
                      <a:pt x="11720" y="315"/>
                    </a:cubicBezTo>
                    <a:cubicBezTo>
                      <a:pt x="11720" y="158"/>
                      <a:pt x="11563" y="0"/>
                      <a:pt x="113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7"/>
              <p:cNvSpPr/>
              <p:nvPr/>
            </p:nvSpPr>
            <p:spPr>
              <a:xfrm>
                <a:off x="-5496575" y="2072625"/>
                <a:ext cx="102425" cy="102425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4097" extrusionOk="0">
                    <a:moveTo>
                      <a:pt x="2395" y="725"/>
                    </a:moveTo>
                    <a:cubicBezTo>
                      <a:pt x="2867" y="851"/>
                      <a:pt x="3245" y="1229"/>
                      <a:pt x="3371" y="1733"/>
                    </a:cubicBezTo>
                    <a:lnTo>
                      <a:pt x="2395" y="1733"/>
                    </a:lnTo>
                    <a:lnTo>
                      <a:pt x="2395" y="725"/>
                    </a:lnTo>
                    <a:close/>
                    <a:moveTo>
                      <a:pt x="1733" y="757"/>
                    </a:moveTo>
                    <a:lnTo>
                      <a:pt x="1733" y="2080"/>
                    </a:lnTo>
                    <a:cubicBezTo>
                      <a:pt x="1733" y="2269"/>
                      <a:pt x="1891" y="2426"/>
                      <a:pt x="2080" y="2426"/>
                    </a:cubicBezTo>
                    <a:lnTo>
                      <a:pt x="3403" y="2426"/>
                    </a:lnTo>
                    <a:cubicBezTo>
                      <a:pt x="3245" y="3025"/>
                      <a:pt x="2741" y="3466"/>
                      <a:pt x="2080" y="3466"/>
                    </a:cubicBezTo>
                    <a:cubicBezTo>
                      <a:pt x="1324" y="3466"/>
                      <a:pt x="693" y="2836"/>
                      <a:pt x="693" y="2080"/>
                    </a:cubicBezTo>
                    <a:cubicBezTo>
                      <a:pt x="693" y="1418"/>
                      <a:pt x="1135" y="851"/>
                      <a:pt x="1733" y="757"/>
                    </a:cubicBezTo>
                    <a:close/>
                    <a:moveTo>
                      <a:pt x="2048" y="0"/>
                    </a:moveTo>
                    <a:cubicBezTo>
                      <a:pt x="883" y="0"/>
                      <a:pt x="0" y="914"/>
                      <a:pt x="0" y="2048"/>
                    </a:cubicBezTo>
                    <a:cubicBezTo>
                      <a:pt x="0" y="3182"/>
                      <a:pt x="946" y="4096"/>
                      <a:pt x="2048" y="4096"/>
                    </a:cubicBezTo>
                    <a:cubicBezTo>
                      <a:pt x="3182" y="4096"/>
                      <a:pt x="4096" y="3182"/>
                      <a:pt x="4096" y="2048"/>
                    </a:cubicBezTo>
                    <a:cubicBezTo>
                      <a:pt x="4096" y="914"/>
                      <a:pt x="3182" y="0"/>
                      <a:pt x="20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6" name="Google Shape;166;p17"/>
            <p:cNvSpPr/>
            <p:nvPr/>
          </p:nvSpPr>
          <p:spPr>
            <a:xfrm>
              <a:off x="3068763" y="2759562"/>
              <a:ext cx="1203432" cy="1043378"/>
            </a:xfrm>
            <a:custGeom>
              <a:avLst/>
              <a:gdLst/>
              <a:ahLst/>
              <a:cxnLst/>
              <a:rect l="l" t="t" r="r" b="b"/>
              <a:pathLst>
                <a:path w="18056" h="15654" extrusionOk="0">
                  <a:moveTo>
                    <a:pt x="4499" y="0"/>
                  </a:moveTo>
                  <a:lnTo>
                    <a:pt x="1" y="7842"/>
                  </a:lnTo>
                  <a:lnTo>
                    <a:pt x="4499" y="15654"/>
                  </a:lnTo>
                  <a:lnTo>
                    <a:pt x="13527" y="15654"/>
                  </a:lnTo>
                  <a:lnTo>
                    <a:pt x="18056" y="7842"/>
                  </a:lnTo>
                  <a:lnTo>
                    <a:pt x="1352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7" name="Google Shape;167;p17"/>
            <p:cNvGrpSpPr/>
            <p:nvPr/>
          </p:nvGrpSpPr>
          <p:grpSpPr>
            <a:xfrm>
              <a:off x="3467679" y="3075639"/>
              <a:ext cx="411254" cy="411219"/>
              <a:chOff x="-5276050" y="2037975"/>
              <a:chExt cx="292250" cy="292225"/>
            </a:xfrm>
          </p:grpSpPr>
          <p:sp>
            <p:nvSpPr>
              <p:cNvPr id="168" name="Google Shape;168;p17"/>
              <p:cNvSpPr/>
              <p:nvPr/>
            </p:nvSpPr>
            <p:spPr>
              <a:xfrm>
                <a:off x="-5102775" y="2211250"/>
                <a:ext cx="51225" cy="49650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1986" extrusionOk="0">
                    <a:moveTo>
                      <a:pt x="343" y="0"/>
                    </a:moveTo>
                    <a:cubicBezTo>
                      <a:pt x="253" y="0"/>
                      <a:pt x="158" y="32"/>
                      <a:pt x="95" y="95"/>
                    </a:cubicBezTo>
                    <a:cubicBezTo>
                      <a:pt x="1" y="189"/>
                      <a:pt x="1" y="441"/>
                      <a:pt x="95" y="536"/>
                    </a:cubicBezTo>
                    <a:lnTo>
                      <a:pt x="536" y="977"/>
                    </a:lnTo>
                    <a:lnTo>
                      <a:pt x="95" y="1418"/>
                    </a:lnTo>
                    <a:cubicBezTo>
                      <a:pt x="1" y="1544"/>
                      <a:pt x="1" y="1765"/>
                      <a:pt x="95" y="1891"/>
                    </a:cubicBezTo>
                    <a:cubicBezTo>
                      <a:pt x="158" y="1954"/>
                      <a:pt x="253" y="1985"/>
                      <a:pt x="343" y="1985"/>
                    </a:cubicBezTo>
                    <a:cubicBezTo>
                      <a:pt x="434" y="1985"/>
                      <a:pt x="521" y="1954"/>
                      <a:pt x="568" y="1891"/>
                    </a:cubicBezTo>
                    <a:lnTo>
                      <a:pt x="1009" y="1450"/>
                    </a:lnTo>
                    <a:lnTo>
                      <a:pt x="1450" y="1891"/>
                    </a:lnTo>
                    <a:cubicBezTo>
                      <a:pt x="1513" y="1954"/>
                      <a:pt x="1600" y="1985"/>
                      <a:pt x="1686" y="1985"/>
                    </a:cubicBezTo>
                    <a:cubicBezTo>
                      <a:pt x="1773" y="1985"/>
                      <a:pt x="1860" y="1954"/>
                      <a:pt x="1923" y="1891"/>
                    </a:cubicBezTo>
                    <a:cubicBezTo>
                      <a:pt x="2049" y="1765"/>
                      <a:pt x="2049" y="1544"/>
                      <a:pt x="1923" y="1418"/>
                    </a:cubicBezTo>
                    <a:lnTo>
                      <a:pt x="1482" y="977"/>
                    </a:lnTo>
                    <a:lnTo>
                      <a:pt x="1923" y="536"/>
                    </a:lnTo>
                    <a:cubicBezTo>
                      <a:pt x="2049" y="441"/>
                      <a:pt x="2049" y="189"/>
                      <a:pt x="1923" y="95"/>
                    </a:cubicBezTo>
                    <a:cubicBezTo>
                      <a:pt x="1860" y="32"/>
                      <a:pt x="1773" y="0"/>
                      <a:pt x="1686" y="0"/>
                    </a:cubicBezTo>
                    <a:cubicBezTo>
                      <a:pt x="1600" y="0"/>
                      <a:pt x="1513" y="32"/>
                      <a:pt x="1450" y="95"/>
                    </a:cubicBezTo>
                    <a:lnTo>
                      <a:pt x="1009" y="504"/>
                    </a:lnTo>
                    <a:lnTo>
                      <a:pt x="568" y="95"/>
                    </a:lnTo>
                    <a:cubicBezTo>
                      <a:pt x="521" y="32"/>
                      <a:pt x="434" y="0"/>
                      <a:pt x="34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7"/>
              <p:cNvSpPr/>
              <p:nvPr/>
            </p:nvSpPr>
            <p:spPr>
              <a:xfrm>
                <a:off x="-5224050" y="2107875"/>
                <a:ext cx="51200" cy="4982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1993" extrusionOk="0">
                    <a:moveTo>
                      <a:pt x="351" y="0"/>
                    </a:moveTo>
                    <a:cubicBezTo>
                      <a:pt x="260" y="0"/>
                      <a:pt x="173" y="24"/>
                      <a:pt x="126" y="71"/>
                    </a:cubicBezTo>
                    <a:cubicBezTo>
                      <a:pt x="0" y="197"/>
                      <a:pt x="0" y="449"/>
                      <a:pt x="126" y="544"/>
                    </a:cubicBezTo>
                    <a:lnTo>
                      <a:pt x="536" y="985"/>
                    </a:lnTo>
                    <a:lnTo>
                      <a:pt x="126" y="1426"/>
                    </a:lnTo>
                    <a:cubicBezTo>
                      <a:pt x="0" y="1552"/>
                      <a:pt x="0" y="1772"/>
                      <a:pt x="126" y="1898"/>
                    </a:cubicBezTo>
                    <a:cubicBezTo>
                      <a:pt x="173" y="1961"/>
                      <a:pt x="260" y="1993"/>
                      <a:pt x="351" y="1993"/>
                    </a:cubicBezTo>
                    <a:cubicBezTo>
                      <a:pt x="441" y="1993"/>
                      <a:pt x="536" y="1961"/>
                      <a:pt x="599" y="1898"/>
                    </a:cubicBezTo>
                    <a:lnTo>
                      <a:pt x="1008" y="1457"/>
                    </a:lnTo>
                    <a:lnTo>
                      <a:pt x="1449" y="1898"/>
                    </a:lnTo>
                    <a:cubicBezTo>
                      <a:pt x="1512" y="1961"/>
                      <a:pt x="1599" y="1993"/>
                      <a:pt x="1686" y="1993"/>
                    </a:cubicBezTo>
                    <a:cubicBezTo>
                      <a:pt x="1772" y="1993"/>
                      <a:pt x="1859" y="1961"/>
                      <a:pt x="1922" y="1898"/>
                    </a:cubicBezTo>
                    <a:cubicBezTo>
                      <a:pt x="2048" y="1772"/>
                      <a:pt x="2048" y="1520"/>
                      <a:pt x="1922" y="1426"/>
                    </a:cubicBezTo>
                    <a:lnTo>
                      <a:pt x="1481" y="985"/>
                    </a:lnTo>
                    <a:lnTo>
                      <a:pt x="1922" y="544"/>
                    </a:lnTo>
                    <a:cubicBezTo>
                      <a:pt x="2048" y="449"/>
                      <a:pt x="2048" y="197"/>
                      <a:pt x="1922" y="71"/>
                    </a:cubicBezTo>
                    <a:cubicBezTo>
                      <a:pt x="1875" y="24"/>
                      <a:pt x="1788" y="0"/>
                      <a:pt x="1697" y="0"/>
                    </a:cubicBezTo>
                    <a:cubicBezTo>
                      <a:pt x="1607" y="0"/>
                      <a:pt x="1512" y="24"/>
                      <a:pt x="1449" y="71"/>
                    </a:cubicBezTo>
                    <a:lnTo>
                      <a:pt x="1008" y="512"/>
                    </a:lnTo>
                    <a:lnTo>
                      <a:pt x="599" y="71"/>
                    </a:lnTo>
                    <a:cubicBezTo>
                      <a:pt x="536" y="24"/>
                      <a:pt x="441" y="0"/>
                      <a:pt x="3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7"/>
              <p:cNvSpPr/>
              <p:nvPr/>
            </p:nvSpPr>
            <p:spPr>
              <a:xfrm>
                <a:off x="-5276050" y="2037975"/>
                <a:ext cx="292250" cy="292225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11689" extrusionOk="0">
                    <a:moveTo>
                      <a:pt x="10334" y="3119"/>
                    </a:moveTo>
                    <a:cubicBezTo>
                      <a:pt x="10712" y="3119"/>
                      <a:pt x="11028" y="3403"/>
                      <a:pt x="11028" y="3781"/>
                    </a:cubicBezTo>
                    <a:cubicBezTo>
                      <a:pt x="11028" y="4190"/>
                      <a:pt x="10712" y="4442"/>
                      <a:pt x="10334" y="4442"/>
                    </a:cubicBezTo>
                    <a:cubicBezTo>
                      <a:pt x="9956" y="4442"/>
                      <a:pt x="9673" y="4127"/>
                      <a:pt x="9673" y="3781"/>
                    </a:cubicBezTo>
                    <a:cubicBezTo>
                      <a:pt x="9673" y="3403"/>
                      <a:pt x="9988" y="3119"/>
                      <a:pt x="10334" y="3119"/>
                    </a:cubicBezTo>
                    <a:close/>
                    <a:moveTo>
                      <a:pt x="4443" y="7593"/>
                    </a:moveTo>
                    <a:cubicBezTo>
                      <a:pt x="4853" y="7593"/>
                      <a:pt x="5105" y="7908"/>
                      <a:pt x="5105" y="8255"/>
                    </a:cubicBezTo>
                    <a:cubicBezTo>
                      <a:pt x="5105" y="8664"/>
                      <a:pt x="4790" y="8948"/>
                      <a:pt x="4443" y="8948"/>
                    </a:cubicBezTo>
                    <a:cubicBezTo>
                      <a:pt x="4065" y="8948"/>
                      <a:pt x="3781" y="8633"/>
                      <a:pt x="3781" y="8255"/>
                    </a:cubicBezTo>
                    <a:cubicBezTo>
                      <a:pt x="3781" y="7876"/>
                      <a:pt x="4096" y="7593"/>
                      <a:pt x="4443" y="7593"/>
                    </a:cubicBezTo>
                    <a:close/>
                    <a:moveTo>
                      <a:pt x="5829" y="725"/>
                    </a:moveTo>
                    <a:cubicBezTo>
                      <a:pt x="7341" y="725"/>
                      <a:pt x="8822" y="1386"/>
                      <a:pt x="9799" y="2521"/>
                    </a:cubicBezTo>
                    <a:cubicBezTo>
                      <a:pt x="9326" y="2710"/>
                      <a:pt x="8980" y="3245"/>
                      <a:pt x="8980" y="3781"/>
                    </a:cubicBezTo>
                    <a:cubicBezTo>
                      <a:pt x="8980" y="3718"/>
                      <a:pt x="8917" y="3623"/>
                      <a:pt x="8885" y="3560"/>
                    </a:cubicBezTo>
                    <a:lnTo>
                      <a:pt x="8854" y="3497"/>
                    </a:lnTo>
                    <a:lnTo>
                      <a:pt x="8192" y="2836"/>
                    </a:lnTo>
                    <a:cubicBezTo>
                      <a:pt x="8129" y="2773"/>
                      <a:pt x="8035" y="2741"/>
                      <a:pt x="7944" y="2741"/>
                    </a:cubicBezTo>
                    <a:cubicBezTo>
                      <a:pt x="7853" y="2741"/>
                      <a:pt x="7767" y="2773"/>
                      <a:pt x="7719" y="2836"/>
                    </a:cubicBezTo>
                    <a:cubicBezTo>
                      <a:pt x="7593" y="2962"/>
                      <a:pt x="7593" y="3182"/>
                      <a:pt x="7719" y="3308"/>
                    </a:cubicBezTo>
                    <a:lnTo>
                      <a:pt x="7814" y="3434"/>
                    </a:lnTo>
                    <a:cubicBezTo>
                      <a:pt x="6869" y="3466"/>
                      <a:pt x="5987" y="3875"/>
                      <a:pt x="5262" y="4568"/>
                    </a:cubicBezTo>
                    <a:cubicBezTo>
                      <a:pt x="4600" y="5230"/>
                      <a:pt x="4254" y="6081"/>
                      <a:pt x="4159" y="6963"/>
                    </a:cubicBezTo>
                    <a:cubicBezTo>
                      <a:pt x="3561" y="7120"/>
                      <a:pt x="3151" y="7656"/>
                      <a:pt x="3151" y="8318"/>
                    </a:cubicBezTo>
                    <a:cubicBezTo>
                      <a:pt x="3151" y="9074"/>
                      <a:pt x="3781" y="9704"/>
                      <a:pt x="4506" y="9704"/>
                    </a:cubicBezTo>
                    <a:cubicBezTo>
                      <a:pt x="5262" y="9704"/>
                      <a:pt x="5892" y="9074"/>
                      <a:pt x="5892" y="8318"/>
                    </a:cubicBezTo>
                    <a:cubicBezTo>
                      <a:pt x="5892" y="7687"/>
                      <a:pt x="5451" y="7120"/>
                      <a:pt x="4884" y="6963"/>
                    </a:cubicBezTo>
                    <a:cubicBezTo>
                      <a:pt x="5042" y="5482"/>
                      <a:pt x="6302" y="4222"/>
                      <a:pt x="7814" y="4127"/>
                    </a:cubicBezTo>
                    <a:lnTo>
                      <a:pt x="7814" y="4127"/>
                    </a:lnTo>
                    <a:lnTo>
                      <a:pt x="7751" y="4222"/>
                    </a:lnTo>
                    <a:cubicBezTo>
                      <a:pt x="7625" y="4348"/>
                      <a:pt x="7625" y="4568"/>
                      <a:pt x="7751" y="4694"/>
                    </a:cubicBezTo>
                    <a:cubicBezTo>
                      <a:pt x="7814" y="4757"/>
                      <a:pt x="7901" y="4789"/>
                      <a:pt x="7987" y="4789"/>
                    </a:cubicBezTo>
                    <a:cubicBezTo>
                      <a:pt x="8074" y="4789"/>
                      <a:pt x="8161" y="4757"/>
                      <a:pt x="8224" y="4694"/>
                    </a:cubicBezTo>
                    <a:lnTo>
                      <a:pt x="8885" y="4033"/>
                    </a:lnTo>
                    <a:cubicBezTo>
                      <a:pt x="8980" y="3938"/>
                      <a:pt x="9011" y="3875"/>
                      <a:pt x="9011" y="3781"/>
                    </a:cubicBezTo>
                    <a:cubicBezTo>
                      <a:pt x="9011" y="4537"/>
                      <a:pt x="9641" y="5167"/>
                      <a:pt x="10397" y="5167"/>
                    </a:cubicBezTo>
                    <a:cubicBezTo>
                      <a:pt x="10618" y="5167"/>
                      <a:pt x="10807" y="5136"/>
                      <a:pt x="11028" y="5010"/>
                    </a:cubicBezTo>
                    <a:cubicBezTo>
                      <a:pt x="11059" y="5293"/>
                      <a:pt x="11091" y="5545"/>
                      <a:pt x="11091" y="5829"/>
                    </a:cubicBezTo>
                    <a:cubicBezTo>
                      <a:pt x="11028" y="8696"/>
                      <a:pt x="8696" y="11027"/>
                      <a:pt x="5829" y="11027"/>
                    </a:cubicBezTo>
                    <a:cubicBezTo>
                      <a:pt x="2994" y="11027"/>
                      <a:pt x="694" y="8696"/>
                      <a:pt x="694" y="5829"/>
                    </a:cubicBezTo>
                    <a:cubicBezTo>
                      <a:pt x="694" y="2993"/>
                      <a:pt x="2994" y="725"/>
                      <a:pt x="5829" y="725"/>
                    </a:cubicBezTo>
                    <a:close/>
                    <a:moveTo>
                      <a:pt x="5829" y="0"/>
                    </a:moveTo>
                    <a:cubicBezTo>
                      <a:pt x="2584" y="0"/>
                      <a:pt x="1" y="2615"/>
                      <a:pt x="1" y="5829"/>
                    </a:cubicBezTo>
                    <a:cubicBezTo>
                      <a:pt x="1" y="7404"/>
                      <a:pt x="599" y="8853"/>
                      <a:pt x="1702" y="9956"/>
                    </a:cubicBezTo>
                    <a:cubicBezTo>
                      <a:pt x="2773" y="11058"/>
                      <a:pt x="4254" y="11689"/>
                      <a:pt x="5829" y="11689"/>
                    </a:cubicBezTo>
                    <a:cubicBezTo>
                      <a:pt x="6617" y="11689"/>
                      <a:pt x="7341" y="11531"/>
                      <a:pt x="8098" y="11216"/>
                    </a:cubicBezTo>
                    <a:cubicBezTo>
                      <a:pt x="8822" y="10901"/>
                      <a:pt x="9452" y="10523"/>
                      <a:pt x="9956" y="9956"/>
                    </a:cubicBezTo>
                    <a:cubicBezTo>
                      <a:pt x="10492" y="9420"/>
                      <a:pt x="10901" y="8790"/>
                      <a:pt x="11217" y="8128"/>
                    </a:cubicBezTo>
                    <a:cubicBezTo>
                      <a:pt x="11532" y="7404"/>
                      <a:pt x="11689" y="6616"/>
                      <a:pt x="11689" y="5829"/>
                    </a:cubicBezTo>
                    <a:cubicBezTo>
                      <a:pt x="11689" y="5356"/>
                      <a:pt x="11658" y="4884"/>
                      <a:pt x="11532" y="4442"/>
                    </a:cubicBezTo>
                    <a:cubicBezTo>
                      <a:pt x="11595" y="4253"/>
                      <a:pt x="11689" y="4033"/>
                      <a:pt x="11689" y="3781"/>
                    </a:cubicBezTo>
                    <a:cubicBezTo>
                      <a:pt x="11689" y="3119"/>
                      <a:pt x="11217" y="2552"/>
                      <a:pt x="10586" y="2458"/>
                    </a:cubicBezTo>
                    <a:cubicBezTo>
                      <a:pt x="9484" y="945"/>
                      <a:pt x="7719" y="0"/>
                      <a:pt x="582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1" name="Google Shape;171;p17"/>
            <p:cNvSpPr/>
            <p:nvPr/>
          </p:nvSpPr>
          <p:spPr>
            <a:xfrm>
              <a:off x="3970286" y="3282238"/>
              <a:ext cx="1203432" cy="1041379"/>
            </a:xfrm>
            <a:custGeom>
              <a:avLst/>
              <a:gdLst/>
              <a:ahLst/>
              <a:cxnLst/>
              <a:rect l="l" t="t" r="r" b="b"/>
              <a:pathLst>
                <a:path w="18056" h="15624" extrusionOk="0">
                  <a:moveTo>
                    <a:pt x="4530" y="0"/>
                  </a:moveTo>
                  <a:lnTo>
                    <a:pt x="1" y="7812"/>
                  </a:lnTo>
                  <a:lnTo>
                    <a:pt x="4530" y="15624"/>
                  </a:lnTo>
                  <a:lnTo>
                    <a:pt x="13557" y="15624"/>
                  </a:lnTo>
                  <a:lnTo>
                    <a:pt x="18056" y="7812"/>
                  </a:lnTo>
                  <a:lnTo>
                    <a:pt x="1355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17"/>
            <p:cNvGrpSpPr/>
            <p:nvPr/>
          </p:nvGrpSpPr>
          <p:grpSpPr>
            <a:xfrm>
              <a:off x="4365754" y="3596209"/>
              <a:ext cx="414561" cy="413471"/>
              <a:chOff x="-4570325" y="2405775"/>
              <a:chExt cx="294600" cy="293825"/>
            </a:xfrm>
          </p:grpSpPr>
          <p:sp>
            <p:nvSpPr>
              <p:cNvPr id="173" name="Google Shape;173;p17"/>
              <p:cNvSpPr/>
              <p:nvPr/>
            </p:nvSpPr>
            <p:spPr>
              <a:xfrm>
                <a:off x="-4570325" y="2405775"/>
                <a:ext cx="294600" cy="293825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11753" extrusionOk="0">
                    <a:moveTo>
                      <a:pt x="5734" y="694"/>
                    </a:moveTo>
                    <a:cubicBezTo>
                      <a:pt x="7624" y="694"/>
                      <a:pt x="9168" y="2238"/>
                      <a:pt x="9168" y="4128"/>
                    </a:cubicBezTo>
                    <a:cubicBezTo>
                      <a:pt x="9168" y="6050"/>
                      <a:pt x="7624" y="7594"/>
                      <a:pt x="5734" y="7594"/>
                    </a:cubicBezTo>
                    <a:cubicBezTo>
                      <a:pt x="3844" y="7594"/>
                      <a:pt x="2332" y="6018"/>
                      <a:pt x="2332" y="4128"/>
                    </a:cubicBezTo>
                    <a:cubicBezTo>
                      <a:pt x="2332" y="2238"/>
                      <a:pt x="3844" y="694"/>
                      <a:pt x="5734" y="694"/>
                    </a:cubicBezTo>
                    <a:close/>
                    <a:moveTo>
                      <a:pt x="977" y="7531"/>
                    </a:moveTo>
                    <a:cubicBezTo>
                      <a:pt x="1166" y="7531"/>
                      <a:pt x="1323" y="7688"/>
                      <a:pt x="1323" y="7909"/>
                    </a:cubicBezTo>
                    <a:cubicBezTo>
                      <a:pt x="1292" y="8129"/>
                      <a:pt x="1134" y="8255"/>
                      <a:pt x="977" y="8255"/>
                    </a:cubicBezTo>
                    <a:cubicBezTo>
                      <a:pt x="788" y="8255"/>
                      <a:pt x="630" y="8098"/>
                      <a:pt x="630" y="7909"/>
                    </a:cubicBezTo>
                    <a:cubicBezTo>
                      <a:pt x="630" y="7688"/>
                      <a:pt x="788" y="7531"/>
                      <a:pt x="977" y="7531"/>
                    </a:cubicBezTo>
                    <a:close/>
                    <a:moveTo>
                      <a:pt x="10586" y="7531"/>
                    </a:moveTo>
                    <a:cubicBezTo>
                      <a:pt x="10775" y="7531"/>
                      <a:pt x="10932" y="7688"/>
                      <a:pt x="10932" y="7909"/>
                    </a:cubicBezTo>
                    <a:cubicBezTo>
                      <a:pt x="10932" y="8129"/>
                      <a:pt x="10775" y="8255"/>
                      <a:pt x="10586" y="8255"/>
                    </a:cubicBezTo>
                    <a:cubicBezTo>
                      <a:pt x="10397" y="8255"/>
                      <a:pt x="10239" y="8098"/>
                      <a:pt x="10239" y="7909"/>
                    </a:cubicBezTo>
                    <a:cubicBezTo>
                      <a:pt x="10239" y="7688"/>
                      <a:pt x="10397" y="7531"/>
                      <a:pt x="10586" y="7531"/>
                    </a:cubicBezTo>
                    <a:close/>
                    <a:moveTo>
                      <a:pt x="3025" y="9641"/>
                    </a:moveTo>
                    <a:cubicBezTo>
                      <a:pt x="3214" y="9641"/>
                      <a:pt x="3371" y="9799"/>
                      <a:pt x="3371" y="9988"/>
                    </a:cubicBezTo>
                    <a:cubicBezTo>
                      <a:pt x="3340" y="10177"/>
                      <a:pt x="3214" y="10335"/>
                      <a:pt x="3025" y="10335"/>
                    </a:cubicBezTo>
                    <a:cubicBezTo>
                      <a:pt x="2836" y="10335"/>
                      <a:pt x="2678" y="10177"/>
                      <a:pt x="2678" y="9988"/>
                    </a:cubicBezTo>
                    <a:cubicBezTo>
                      <a:pt x="2678" y="9799"/>
                      <a:pt x="2836" y="9641"/>
                      <a:pt x="3025" y="9641"/>
                    </a:cubicBezTo>
                    <a:close/>
                    <a:moveTo>
                      <a:pt x="8475" y="9641"/>
                    </a:moveTo>
                    <a:cubicBezTo>
                      <a:pt x="8696" y="9641"/>
                      <a:pt x="8822" y="9799"/>
                      <a:pt x="8822" y="9988"/>
                    </a:cubicBezTo>
                    <a:cubicBezTo>
                      <a:pt x="8822" y="10177"/>
                      <a:pt x="8664" y="10335"/>
                      <a:pt x="8475" y="10335"/>
                    </a:cubicBezTo>
                    <a:cubicBezTo>
                      <a:pt x="8255" y="10335"/>
                      <a:pt x="8128" y="10177"/>
                      <a:pt x="8128" y="9988"/>
                    </a:cubicBezTo>
                    <a:cubicBezTo>
                      <a:pt x="8128" y="9799"/>
                      <a:pt x="8255" y="9641"/>
                      <a:pt x="8475" y="9641"/>
                    </a:cubicBezTo>
                    <a:close/>
                    <a:moveTo>
                      <a:pt x="5734" y="10303"/>
                    </a:moveTo>
                    <a:cubicBezTo>
                      <a:pt x="5955" y="10303"/>
                      <a:pt x="6112" y="10461"/>
                      <a:pt x="6112" y="10650"/>
                    </a:cubicBezTo>
                    <a:cubicBezTo>
                      <a:pt x="6112" y="10839"/>
                      <a:pt x="5955" y="10996"/>
                      <a:pt x="5734" y="10996"/>
                    </a:cubicBezTo>
                    <a:cubicBezTo>
                      <a:pt x="5545" y="10996"/>
                      <a:pt x="5388" y="10839"/>
                      <a:pt x="5388" y="10650"/>
                    </a:cubicBezTo>
                    <a:cubicBezTo>
                      <a:pt x="5388" y="10461"/>
                      <a:pt x="5545" y="10303"/>
                      <a:pt x="5734" y="10303"/>
                    </a:cubicBezTo>
                    <a:close/>
                    <a:moveTo>
                      <a:pt x="5797" y="1"/>
                    </a:moveTo>
                    <a:cubicBezTo>
                      <a:pt x="3497" y="1"/>
                      <a:pt x="1701" y="1860"/>
                      <a:pt x="1701" y="4097"/>
                    </a:cubicBezTo>
                    <a:cubicBezTo>
                      <a:pt x="1701" y="5010"/>
                      <a:pt x="2017" y="5924"/>
                      <a:pt x="2552" y="6617"/>
                    </a:cubicBezTo>
                    <a:lnTo>
                      <a:pt x="1701" y="7153"/>
                    </a:lnTo>
                    <a:cubicBezTo>
                      <a:pt x="1481" y="6995"/>
                      <a:pt x="1260" y="6901"/>
                      <a:pt x="1040" y="6901"/>
                    </a:cubicBezTo>
                    <a:cubicBezTo>
                      <a:pt x="473" y="6901"/>
                      <a:pt x="0" y="7373"/>
                      <a:pt x="0" y="7940"/>
                    </a:cubicBezTo>
                    <a:cubicBezTo>
                      <a:pt x="0" y="8476"/>
                      <a:pt x="473" y="8948"/>
                      <a:pt x="1040" y="8948"/>
                    </a:cubicBezTo>
                    <a:cubicBezTo>
                      <a:pt x="1575" y="8948"/>
                      <a:pt x="2048" y="8476"/>
                      <a:pt x="2048" y="7940"/>
                    </a:cubicBezTo>
                    <a:lnTo>
                      <a:pt x="2048" y="7751"/>
                    </a:lnTo>
                    <a:lnTo>
                      <a:pt x="3088" y="7153"/>
                    </a:lnTo>
                    <a:cubicBezTo>
                      <a:pt x="3340" y="7373"/>
                      <a:pt x="3623" y="7625"/>
                      <a:pt x="3970" y="7783"/>
                    </a:cubicBezTo>
                    <a:lnTo>
                      <a:pt x="3308" y="8948"/>
                    </a:lnTo>
                    <a:lnTo>
                      <a:pt x="3119" y="8948"/>
                    </a:lnTo>
                    <a:cubicBezTo>
                      <a:pt x="2552" y="8948"/>
                      <a:pt x="2080" y="9421"/>
                      <a:pt x="2080" y="9988"/>
                    </a:cubicBezTo>
                    <a:cubicBezTo>
                      <a:pt x="2080" y="10524"/>
                      <a:pt x="2552" y="10996"/>
                      <a:pt x="3119" y="10996"/>
                    </a:cubicBezTo>
                    <a:cubicBezTo>
                      <a:pt x="3655" y="10996"/>
                      <a:pt x="4127" y="10524"/>
                      <a:pt x="4127" y="9988"/>
                    </a:cubicBezTo>
                    <a:cubicBezTo>
                      <a:pt x="4127" y="9736"/>
                      <a:pt x="4064" y="9515"/>
                      <a:pt x="3907" y="9326"/>
                    </a:cubicBezTo>
                    <a:lnTo>
                      <a:pt x="4600" y="8098"/>
                    </a:lnTo>
                    <a:cubicBezTo>
                      <a:pt x="4883" y="8161"/>
                      <a:pt x="5199" y="8255"/>
                      <a:pt x="5514" y="8287"/>
                    </a:cubicBezTo>
                    <a:lnTo>
                      <a:pt x="5514" y="9736"/>
                    </a:lnTo>
                    <a:cubicBezTo>
                      <a:pt x="5136" y="9894"/>
                      <a:pt x="4852" y="10272"/>
                      <a:pt x="4852" y="10713"/>
                    </a:cubicBezTo>
                    <a:cubicBezTo>
                      <a:pt x="4852" y="11280"/>
                      <a:pt x="5325" y="11752"/>
                      <a:pt x="5860" y="11752"/>
                    </a:cubicBezTo>
                    <a:cubicBezTo>
                      <a:pt x="6427" y="11752"/>
                      <a:pt x="6900" y="11280"/>
                      <a:pt x="6900" y="10713"/>
                    </a:cubicBezTo>
                    <a:cubicBezTo>
                      <a:pt x="6900" y="10303"/>
                      <a:pt x="6616" y="9894"/>
                      <a:pt x="6238" y="9736"/>
                    </a:cubicBezTo>
                    <a:lnTo>
                      <a:pt x="6238" y="8287"/>
                    </a:lnTo>
                    <a:cubicBezTo>
                      <a:pt x="6553" y="8255"/>
                      <a:pt x="6868" y="8224"/>
                      <a:pt x="7120" y="8098"/>
                    </a:cubicBezTo>
                    <a:lnTo>
                      <a:pt x="7845" y="9326"/>
                    </a:lnTo>
                    <a:cubicBezTo>
                      <a:pt x="7687" y="9515"/>
                      <a:pt x="7593" y="9736"/>
                      <a:pt x="7593" y="9988"/>
                    </a:cubicBezTo>
                    <a:cubicBezTo>
                      <a:pt x="7593" y="10524"/>
                      <a:pt x="8065" y="10996"/>
                      <a:pt x="8633" y="10996"/>
                    </a:cubicBezTo>
                    <a:cubicBezTo>
                      <a:pt x="9168" y="10996"/>
                      <a:pt x="9641" y="10524"/>
                      <a:pt x="9641" y="9988"/>
                    </a:cubicBezTo>
                    <a:cubicBezTo>
                      <a:pt x="9641" y="9421"/>
                      <a:pt x="9168" y="8948"/>
                      <a:pt x="8633" y="8948"/>
                    </a:cubicBezTo>
                    <a:lnTo>
                      <a:pt x="8444" y="8948"/>
                    </a:lnTo>
                    <a:lnTo>
                      <a:pt x="7750" y="7783"/>
                    </a:lnTo>
                    <a:cubicBezTo>
                      <a:pt x="8065" y="7625"/>
                      <a:pt x="8381" y="7373"/>
                      <a:pt x="8664" y="7153"/>
                    </a:cubicBezTo>
                    <a:lnTo>
                      <a:pt x="9735" y="7751"/>
                    </a:lnTo>
                    <a:lnTo>
                      <a:pt x="9735" y="7940"/>
                    </a:lnTo>
                    <a:cubicBezTo>
                      <a:pt x="9735" y="8476"/>
                      <a:pt x="10208" y="8948"/>
                      <a:pt x="10743" y="8948"/>
                    </a:cubicBezTo>
                    <a:cubicBezTo>
                      <a:pt x="11310" y="8948"/>
                      <a:pt x="11783" y="8476"/>
                      <a:pt x="11783" y="7940"/>
                    </a:cubicBezTo>
                    <a:cubicBezTo>
                      <a:pt x="11626" y="7342"/>
                      <a:pt x="11153" y="6901"/>
                      <a:pt x="10586" y="6901"/>
                    </a:cubicBezTo>
                    <a:cubicBezTo>
                      <a:pt x="10302" y="6901"/>
                      <a:pt x="10082" y="6995"/>
                      <a:pt x="9924" y="7153"/>
                    </a:cubicBezTo>
                    <a:lnTo>
                      <a:pt x="9011" y="6617"/>
                    </a:lnTo>
                    <a:cubicBezTo>
                      <a:pt x="9578" y="5924"/>
                      <a:pt x="9893" y="5010"/>
                      <a:pt x="9893" y="4097"/>
                    </a:cubicBezTo>
                    <a:cubicBezTo>
                      <a:pt x="9893" y="1828"/>
                      <a:pt x="8034" y="1"/>
                      <a:pt x="579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17"/>
              <p:cNvSpPr/>
              <p:nvPr/>
            </p:nvSpPr>
            <p:spPr>
              <a:xfrm>
                <a:off x="-4478175" y="2439650"/>
                <a:ext cx="103975" cy="120525"/>
              </a:xfrm>
              <a:custGeom>
                <a:avLst/>
                <a:gdLst/>
                <a:ahLst/>
                <a:cxnLst/>
                <a:rect l="l" t="t" r="r" b="b"/>
                <a:pathLst>
                  <a:path w="4159" h="4821" extrusionOk="0">
                    <a:moveTo>
                      <a:pt x="2048" y="725"/>
                    </a:moveTo>
                    <a:cubicBezTo>
                      <a:pt x="2458" y="725"/>
                      <a:pt x="2741" y="1040"/>
                      <a:pt x="2741" y="1387"/>
                    </a:cubicBezTo>
                    <a:cubicBezTo>
                      <a:pt x="2741" y="1765"/>
                      <a:pt x="2426" y="2049"/>
                      <a:pt x="2048" y="2049"/>
                    </a:cubicBezTo>
                    <a:cubicBezTo>
                      <a:pt x="1702" y="2049"/>
                      <a:pt x="1387" y="1733"/>
                      <a:pt x="1387" y="1387"/>
                    </a:cubicBezTo>
                    <a:cubicBezTo>
                      <a:pt x="1387" y="1040"/>
                      <a:pt x="1702" y="725"/>
                      <a:pt x="2048" y="725"/>
                    </a:cubicBezTo>
                    <a:close/>
                    <a:moveTo>
                      <a:pt x="2363" y="2773"/>
                    </a:moveTo>
                    <a:cubicBezTo>
                      <a:pt x="2930" y="2773"/>
                      <a:pt x="3403" y="3246"/>
                      <a:pt x="3403" y="3781"/>
                    </a:cubicBezTo>
                    <a:lnTo>
                      <a:pt x="3403" y="4128"/>
                    </a:lnTo>
                    <a:lnTo>
                      <a:pt x="630" y="4128"/>
                    </a:lnTo>
                    <a:lnTo>
                      <a:pt x="630" y="3781"/>
                    </a:lnTo>
                    <a:lnTo>
                      <a:pt x="693" y="3781"/>
                    </a:lnTo>
                    <a:cubicBezTo>
                      <a:pt x="693" y="3246"/>
                      <a:pt x="1166" y="2773"/>
                      <a:pt x="1702" y="2773"/>
                    </a:cubicBezTo>
                    <a:close/>
                    <a:moveTo>
                      <a:pt x="2111" y="1"/>
                    </a:moveTo>
                    <a:cubicBezTo>
                      <a:pt x="1355" y="1"/>
                      <a:pt x="725" y="631"/>
                      <a:pt x="725" y="1387"/>
                    </a:cubicBezTo>
                    <a:cubicBezTo>
                      <a:pt x="725" y="1702"/>
                      <a:pt x="851" y="2017"/>
                      <a:pt x="1040" y="2238"/>
                    </a:cubicBezTo>
                    <a:cubicBezTo>
                      <a:pt x="441" y="2521"/>
                      <a:pt x="63" y="3120"/>
                      <a:pt x="63" y="3781"/>
                    </a:cubicBezTo>
                    <a:lnTo>
                      <a:pt x="63" y="4443"/>
                    </a:lnTo>
                    <a:cubicBezTo>
                      <a:pt x="0" y="4663"/>
                      <a:pt x="158" y="4821"/>
                      <a:pt x="378" y="4821"/>
                    </a:cubicBezTo>
                    <a:lnTo>
                      <a:pt x="3781" y="4821"/>
                    </a:lnTo>
                    <a:cubicBezTo>
                      <a:pt x="4001" y="4821"/>
                      <a:pt x="4159" y="4663"/>
                      <a:pt x="4159" y="4443"/>
                    </a:cubicBezTo>
                    <a:lnTo>
                      <a:pt x="4159" y="3781"/>
                    </a:lnTo>
                    <a:cubicBezTo>
                      <a:pt x="4159" y="3120"/>
                      <a:pt x="3749" y="2521"/>
                      <a:pt x="3151" y="2238"/>
                    </a:cubicBezTo>
                    <a:cubicBezTo>
                      <a:pt x="3371" y="2017"/>
                      <a:pt x="3466" y="1733"/>
                      <a:pt x="3466" y="1387"/>
                    </a:cubicBezTo>
                    <a:cubicBezTo>
                      <a:pt x="3466" y="631"/>
                      <a:pt x="2836" y="1"/>
                      <a:pt x="211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5" name="Google Shape;175;p17"/>
            <p:cNvSpPr/>
            <p:nvPr/>
          </p:nvSpPr>
          <p:spPr>
            <a:xfrm>
              <a:off x="4873876" y="1718209"/>
              <a:ext cx="1201366" cy="1041445"/>
            </a:xfrm>
            <a:custGeom>
              <a:avLst/>
              <a:gdLst/>
              <a:ahLst/>
              <a:cxnLst/>
              <a:rect l="l" t="t" r="r" b="b"/>
              <a:pathLst>
                <a:path w="18025" h="15625" extrusionOk="0">
                  <a:moveTo>
                    <a:pt x="4499" y="1"/>
                  </a:moveTo>
                  <a:lnTo>
                    <a:pt x="0" y="7813"/>
                  </a:lnTo>
                  <a:lnTo>
                    <a:pt x="4499" y="15624"/>
                  </a:lnTo>
                  <a:lnTo>
                    <a:pt x="13526" y="15624"/>
                  </a:lnTo>
                  <a:lnTo>
                    <a:pt x="18025" y="7813"/>
                  </a:lnTo>
                  <a:lnTo>
                    <a:pt x="135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5267313" y="2032751"/>
              <a:ext cx="413435" cy="412345"/>
            </a:xfrm>
            <a:custGeom>
              <a:avLst/>
              <a:gdLst/>
              <a:ahLst/>
              <a:cxnLst/>
              <a:rect l="l" t="t" r="r" b="b"/>
              <a:pathLst>
                <a:path w="11752" h="11721" extrusionOk="0">
                  <a:moveTo>
                    <a:pt x="6490" y="662"/>
                  </a:moveTo>
                  <a:cubicBezTo>
                    <a:pt x="6711" y="662"/>
                    <a:pt x="6868" y="820"/>
                    <a:pt x="6868" y="1009"/>
                  </a:cubicBezTo>
                  <a:lnTo>
                    <a:pt x="6868" y="1355"/>
                  </a:lnTo>
                  <a:lnTo>
                    <a:pt x="5167" y="1355"/>
                  </a:lnTo>
                  <a:cubicBezTo>
                    <a:pt x="4600" y="1355"/>
                    <a:pt x="4127" y="1828"/>
                    <a:pt x="4127" y="2395"/>
                  </a:cubicBezTo>
                  <a:lnTo>
                    <a:pt x="4127" y="2773"/>
                  </a:lnTo>
                  <a:lnTo>
                    <a:pt x="3088" y="2773"/>
                  </a:lnTo>
                  <a:cubicBezTo>
                    <a:pt x="2993" y="2773"/>
                    <a:pt x="2867" y="2836"/>
                    <a:pt x="2836" y="2899"/>
                  </a:cubicBezTo>
                  <a:lnTo>
                    <a:pt x="2048" y="3687"/>
                  </a:lnTo>
                  <a:lnTo>
                    <a:pt x="2048" y="3151"/>
                  </a:lnTo>
                  <a:cubicBezTo>
                    <a:pt x="2048" y="2931"/>
                    <a:pt x="1891" y="2773"/>
                    <a:pt x="1702" y="2773"/>
                  </a:cubicBezTo>
                  <a:lnTo>
                    <a:pt x="1040" y="2773"/>
                  </a:lnTo>
                  <a:cubicBezTo>
                    <a:pt x="819" y="2773"/>
                    <a:pt x="662" y="2616"/>
                    <a:pt x="662" y="2427"/>
                  </a:cubicBezTo>
                  <a:lnTo>
                    <a:pt x="662" y="1009"/>
                  </a:lnTo>
                  <a:cubicBezTo>
                    <a:pt x="662" y="820"/>
                    <a:pt x="819" y="662"/>
                    <a:pt x="1040" y="662"/>
                  </a:cubicBezTo>
                  <a:close/>
                  <a:moveTo>
                    <a:pt x="10649" y="1986"/>
                  </a:moveTo>
                  <a:cubicBezTo>
                    <a:pt x="10838" y="1986"/>
                    <a:pt x="10995" y="2143"/>
                    <a:pt x="10995" y="2364"/>
                  </a:cubicBezTo>
                  <a:lnTo>
                    <a:pt x="10995" y="3781"/>
                  </a:lnTo>
                  <a:cubicBezTo>
                    <a:pt x="10995" y="3970"/>
                    <a:pt x="10838" y="4128"/>
                    <a:pt x="10649" y="4128"/>
                  </a:cubicBezTo>
                  <a:lnTo>
                    <a:pt x="8601" y="4128"/>
                  </a:lnTo>
                  <a:cubicBezTo>
                    <a:pt x="8412" y="4128"/>
                    <a:pt x="8255" y="4285"/>
                    <a:pt x="8255" y="4474"/>
                  </a:cubicBezTo>
                  <a:lnTo>
                    <a:pt x="8255" y="5041"/>
                  </a:lnTo>
                  <a:lnTo>
                    <a:pt x="7404" y="4191"/>
                  </a:lnTo>
                  <a:cubicBezTo>
                    <a:pt x="7372" y="4159"/>
                    <a:pt x="7246" y="4128"/>
                    <a:pt x="7183" y="4128"/>
                  </a:cubicBezTo>
                  <a:lnTo>
                    <a:pt x="5136" y="4128"/>
                  </a:lnTo>
                  <a:cubicBezTo>
                    <a:pt x="4947" y="4128"/>
                    <a:pt x="4789" y="3970"/>
                    <a:pt x="4789" y="3781"/>
                  </a:cubicBezTo>
                  <a:lnTo>
                    <a:pt x="4789" y="2364"/>
                  </a:lnTo>
                  <a:cubicBezTo>
                    <a:pt x="4789" y="2143"/>
                    <a:pt x="4947" y="1986"/>
                    <a:pt x="5136" y="1986"/>
                  </a:cubicBezTo>
                  <a:close/>
                  <a:moveTo>
                    <a:pt x="3088" y="6207"/>
                  </a:moveTo>
                  <a:cubicBezTo>
                    <a:pt x="3623" y="6207"/>
                    <a:pt x="4096" y="6680"/>
                    <a:pt x="4096" y="7247"/>
                  </a:cubicBezTo>
                  <a:cubicBezTo>
                    <a:pt x="4096" y="7782"/>
                    <a:pt x="3623" y="8255"/>
                    <a:pt x="3088" y="8255"/>
                  </a:cubicBezTo>
                  <a:cubicBezTo>
                    <a:pt x="2521" y="8255"/>
                    <a:pt x="2048" y="7782"/>
                    <a:pt x="2048" y="7247"/>
                  </a:cubicBezTo>
                  <a:cubicBezTo>
                    <a:pt x="2048" y="6648"/>
                    <a:pt x="2489" y="6207"/>
                    <a:pt x="3088" y="6207"/>
                  </a:cubicBezTo>
                  <a:close/>
                  <a:moveTo>
                    <a:pt x="8601" y="6207"/>
                  </a:moveTo>
                  <a:cubicBezTo>
                    <a:pt x="9137" y="6207"/>
                    <a:pt x="9609" y="6648"/>
                    <a:pt x="9609" y="7247"/>
                  </a:cubicBezTo>
                  <a:cubicBezTo>
                    <a:pt x="9609" y="7782"/>
                    <a:pt x="9137" y="8255"/>
                    <a:pt x="8601" y="8255"/>
                  </a:cubicBezTo>
                  <a:cubicBezTo>
                    <a:pt x="8003" y="8255"/>
                    <a:pt x="7530" y="7782"/>
                    <a:pt x="7530" y="7247"/>
                  </a:cubicBezTo>
                  <a:cubicBezTo>
                    <a:pt x="7530" y="6680"/>
                    <a:pt x="8003" y="6207"/>
                    <a:pt x="8601" y="6207"/>
                  </a:cubicBezTo>
                  <a:close/>
                  <a:moveTo>
                    <a:pt x="3749" y="8980"/>
                  </a:moveTo>
                  <a:cubicBezTo>
                    <a:pt x="4695" y="8980"/>
                    <a:pt x="5451" y="9704"/>
                    <a:pt x="5451" y="10649"/>
                  </a:cubicBezTo>
                  <a:lnTo>
                    <a:pt x="5451" y="11027"/>
                  </a:lnTo>
                  <a:lnTo>
                    <a:pt x="630" y="11027"/>
                  </a:lnTo>
                  <a:lnTo>
                    <a:pt x="630" y="10649"/>
                  </a:lnTo>
                  <a:lnTo>
                    <a:pt x="662" y="10649"/>
                  </a:lnTo>
                  <a:cubicBezTo>
                    <a:pt x="662" y="9704"/>
                    <a:pt x="1418" y="8980"/>
                    <a:pt x="2363" y="8980"/>
                  </a:cubicBezTo>
                  <a:close/>
                  <a:moveTo>
                    <a:pt x="9369" y="8976"/>
                  </a:moveTo>
                  <a:cubicBezTo>
                    <a:pt x="10266" y="8976"/>
                    <a:pt x="10995" y="9740"/>
                    <a:pt x="10995" y="10649"/>
                  </a:cubicBezTo>
                  <a:lnTo>
                    <a:pt x="10995" y="11027"/>
                  </a:lnTo>
                  <a:lnTo>
                    <a:pt x="6144" y="11027"/>
                  </a:lnTo>
                  <a:lnTo>
                    <a:pt x="6144" y="10649"/>
                  </a:lnTo>
                  <a:cubicBezTo>
                    <a:pt x="6144" y="9704"/>
                    <a:pt x="6900" y="8980"/>
                    <a:pt x="7845" y="8980"/>
                  </a:cubicBezTo>
                  <a:lnTo>
                    <a:pt x="9263" y="8980"/>
                  </a:lnTo>
                  <a:cubicBezTo>
                    <a:pt x="9298" y="8977"/>
                    <a:pt x="9334" y="8976"/>
                    <a:pt x="9369" y="8976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2427"/>
                  </a:lnTo>
                  <a:cubicBezTo>
                    <a:pt x="0" y="2994"/>
                    <a:pt x="473" y="3466"/>
                    <a:pt x="1040" y="3466"/>
                  </a:cubicBezTo>
                  <a:lnTo>
                    <a:pt x="1386" y="3466"/>
                  </a:lnTo>
                  <a:lnTo>
                    <a:pt x="1386" y="4474"/>
                  </a:lnTo>
                  <a:cubicBezTo>
                    <a:pt x="1386" y="4688"/>
                    <a:pt x="1546" y="4829"/>
                    <a:pt x="1727" y="4829"/>
                  </a:cubicBezTo>
                  <a:cubicBezTo>
                    <a:pt x="1813" y="4829"/>
                    <a:pt x="1904" y="4797"/>
                    <a:pt x="1985" y="4726"/>
                  </a:cubicBezTo>
                  <a:lnTo>
                    <a:pt x="3245" y="3466"/>
                  </a:lnTo>
                  <a:lnTo>
                    <a:pt x="4096" y="3466"/>
                  </a:lnTo>
                  <a:lnTo>
                    <a:pt x="4096" y="3813"/>
                  </a:lnTo>
                  <a:cubicBezTo>
                    <a:pt x="4096" y="4348"/>
                    <a:pt x="4568" y="4821"/>
                    <a:pt x="5136" y="4821"/>
                  </a:cubicBezTo>
                  <a:lnTo>
                    <a:pt x="7057" y="4821"/>
                  </a:lnTo>
                  <a:lnTo>
                    <a:pt x="7908" y="5672"/>
                  </a:lnTo>
                  <a:cubicBezTo>
                    <a:pt x="7341" y="5924"/>
                    <a:pt x="6868" y="6522"/>
                    <a:pt x="6868" y="7247"/>
                  </a:cubicBezTo>
                  <a:cubicBezTo>
                    <a:pt x="6868" y="7625"/>
                    <a:pt x="7026" y="8034"/>
                    <a:pt x="7278" y="8349"/>
                  </a:cubicBezTo>
                  <a:cubicBezTo>
                    <a:pt x="6648" y="8507"/>
                    <a:pt x="6144" y="8885"/>
                    <a:pt x="5829" y="9452"/>
                  </a:cubicBezTo>
                  <a:cubicBezTo>
                    <a:pt x="5514" y="8917"/>
                    <a:pt x="5010" y="8539"/>
                    <a:pt x="4411" y="8381"/>
                  </a:cubicBezTo>
                  <a:cubicBezTo>
                    <a:pt x="4663" y="8066"/>
                    <a:pt x="4821" y="7719"/>
                    <a:pt x="4821" y="7278"/>
                  </a:cubicBezTo>
                  <a:cubicBezTo>
                    <a:pt x="4821" y="6333"/>
                    <a:pt x="4064" y="5577"/>
                    <a:pt x="3119" y="5577"/>
                  </a:cubicBezTo>
                  <a:cubicBezTo>
                    <a:pt x="2174" y="5577"/>
                    <a:pt x="1418" y="6333"/>
                    <a:pt x="1418" y="7278"/>
                  </a:cubicBezTo>
                  <a:cubicBezTo>
                    <a:pt x="1418" y="7719"/>
                    <a:pt x="1576" y="8097"/>
                    <a:pt x="1828" y="8381"/>
                  </a:cubicBezTo>
                  <a:cubicBezTo>
                    <a:pt x="788" y="8665"/>
                    <a:pt x="32" y="9610"/>
                    <a:pt x="32" y="10712"/>
                  </a:cubicBezTo>
                  <a:lnTo>
                    <a:pt x="32" y="11374"/>
                  </a:lnTo>
                  <a:cubicBezTo>
                    <a:pt x="32" y="11563"/>
                    <a:pt x="189" y="11721"/>
                    <a:pt x="410" y="11721"/>
                  </a:cubicBezTo>
                  <a:lnTo>
                    <a:pt x="11374" y="11721"/>
                  </a:lnTo>
                  <a:cubicBezTo>
                    <a:pt x="11594" y="11721"/>
                    <a:pt x="11752" y="11563"/>
                    <a:pt x="11752" y="11374"/>
                  </a:cubicBezTo>
                  <a:lnTo>
                    <a:pt x="11752" y="10712"/>
                  </a:lnTo>
                  <a:cubicBezTo>
                    <a:pt x="11752" y="9610"/>
                    <a:pt x="10995" y="8665"/>
                    <a:pt x="9956" y="8381"/>
                  </a:cubicBezTo>
                  <a:cubicBezTo>
                    <a:pt x="10208" y="8066"/>
                    <a:pt x="10365" y="7719"/>
                    <a:pt x="10365" y="7278"/>
                  </a:cubicBezTo>
                  <a:cubicBezTo>
                    <a:pt x="10365" y="6459"/>
                    <a:pt x="9767" y="5735"/>
                    <a:pt x="8979" y="5577"/>
                  </a:cubicBezTo>
                  <a:lnTo>
                    <a:pt x="8979" y="4884"/>
                  </a:lnTo>
                  <a:lnTo>
                    <a:pt x="10649" y="4884"/>
                  </a:lnTo>
                  <a:lnTo>
                    <a:pt x="10649" y="4821"/>
                  </a:lnTo>
                  <a:cubicBezTo>
                    <a:pt x="11185" y="4821"/>
                    <a:pt x="11657" y="4348"/>
                    <a:pt x="11657" y="3813"/>
                  </a:cubicBezTo>
                  <a:lnTo>
                    <a:pt x="11657" y="2395"/>
                  </a:lnTo>
                  <a:cubicBezTo>
                    <a:pt x="11657" y="1828"/>
                    <a:pt x="11185" y="1355"/>
                    <a:pt x="10649" y="1355"/>
                  </a:cubicBezTo>
                  <a:lnTo>
                    <a:pt x="7530" y="1355"/>
                  </a:lnTo>
                  <a:lnTo>
                    <a:pt x="7530" y="1009"/>
                  </a:lnTo>
                  <a:cubicBezTo>
                    <a:pt x="7530" y="473"/>
                    <a:pt x="7057" y="1"/>
                    <a:pt x="6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17"/>
            <p:cNvSpPr/>
            <p:nvPr/>
          </p:nvSpPr>
          <p:spPr>
            <a:xfrm>
              <a:off x="4873876" y="2759562"/>
              <a:ext cx="1201366" cy="1043378"/>
            </a:xfrm>
            <a:custGeom>
              <a:avLst/>
              <a:gdLst/>
              <a:ahLst/>
              <a:cxnLst/>
              <a:rect l="l" t="t" r="r" b="b"/>
              <a:pathLst>
                <a:path w="18025" h="15654" extrusionOk="0">
                  <a:moveTo>
                    <a:pt x="4499" y="0"/>
                  </a:moveTo>
                  <a:lnTo>
                    <a:pt x="0" y="7842"/>
                  </a:lnTo>
                  <a:lnTo>
                    <a:pt x="4499" y="15654"/>
                  </a:lnTo>
                  <a:lnTo>
                    <a:pt x="13526" y="15654"/>
                  </a:lnTo>
                  <a:lnTo>
                    <a:pt x="18025" y="7842"/>
                  </a:lnTo>
                  <a:lnTo>
                    <a:pt x="1352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5265067" y="3088518"/>
              <a:ext cx="418994" cy="385467"/>
            </a:xfrm>
            <a:custGeom>
              <a:avLst/>
              <a:gdLst/>
              <a:ahLst/>
              <a:cxnLst/>
              <a:rect l="l" t="t" r="r" b="b"/>
              <a:pathLst>
                <a:path w="11910" h="10957" extrusionOk="0">
                  <a:moveTo>
                    <a:pt x="7325" y="654"/>
                  </a:moveTo>
                  <a:cubicBezTo>
                    <a:pt x="7412" y="654"/>
                    <a:pt x="7498" y="686"/>
                    <a:pt x="7561" y="749"/>
                  </a:cubicBezTo>
                  <a:lnTo>
                    <a:pt x="10995" y="4088"/>
                  </a:lnTo>
                  <a:cubicBezTo>
                    <a:pt x="11122" y="4246"/>
                    <a:pt x="11122" y="4466"/>
                    <a:pt x="10995" y="4592"/>
                  </a:cubicBezTo>
                  <a:lnTo>
                    <a:pt x="10082" y="5506"/>
                  </a:lnTo>
                  <a:lnTo>
                    <a:pt x="7404" y="2859"/>
                  </a:lnTo>
                  <a:cubicBezTo>
                    <a:pt x="7215" y="2670"/>
                    <a:pt x="6955" y="2576"/>
                    <a:pt x="6691" y="2576"/>
                  </a:cubicBezTo>
                  <a:cubicBezTo>
                    <a:pt x="6427" y="2576"/>
                    <a:pt x="6159" y="2670"/>
                    <a:pt x="5955" y="2859"/>
                  </a:cubicBezTo>
                  <a:lnTo>
                    <a:pt x="4978" y="3805"/>
                  </a:lnTo>
                  <a:cubicBezTo>
                    <a:pt x="4915" y="3868"/>
                    <a:pt x="4828" y="3899"/>
                    <a:pt x="4742" y="3899"/>
                  </a:cubicBezTo>
                  <a:cubicBezTo>
                    <a:pt x="4655" y="3899"/>
                    <a:pt x="4568" y="3868"/>
                    <a:pt x="4505" y="3805"/>
                  </a:cubicBezTo>
                  <a:cubicBezTo>
                    <a:pt x="4379" y="3679"/>
                    <a:pt x="4379" y="3458"/>
                    <a:pt x="4505" y="3332"/>
                  </a:cubicBezTo>
                  <a:lnTo>
                    <a:pt x="5955" y="1883"/>
                  </a:lnTo>
                  <a:lnTo>
                    <a:pt x="7089" y="749"/>
                  </a:lnTo>
                  <a:cubicBezTo>
                    <a:pt x="7152" y="686"/>
                    <a:pt x="7239" y="654"/>
                    <a:pt x="7325" y="654"/>
                  </a:cubicBezTo>
                  <a:close/>
                  <a:moveTo>
                    <a:pt x="2808" y="5183"/>
                  </a:moveTo>
                  <a:cubicBezTo>
                    <a:pt x="2899" y="5183"/>
                    <a:pt x="2993" y="5207"/>
                    <a:pt x="3056" y="5254"/>
                  </a:cubicBezTo>
                  <a:cubicBezTo>
                    <a:pt x="3151" y="5380"/>
                    <a:pt x="3151" y="5632"/>
                    <a:pt x="3056" y="5726"/>
                  </a:cubicBezTo>
                  <a:lnTo>
                    <a:pt x="2048" y="6735"/>
                  </a:lnTo>
                  <a:cubicBezTo>
                    <a:pt x="2001" y="6782"/>
                    <a:pt x="1914" y="6805"/>
                    <a:pt x="1824" y="6805"/>
                  </a:cubicBezTo>
                  <a:cubicBezTo>
                    <a:pt x="1733" y="6805"/>
                    <a:pt x="1639" y="6782"/>
                    <a:pt x="1576" y="6735"/>
                  </a:cubicBezTo>
                  <a:cubicBezTo>
                    <a:pt x="1449" y="6609"/>
                    <a:pt x="1449" y="6357"/>
                    <a:pt x="1576" y="6262"/>
                  </a:cubicBezTo>
                  <a:lnTo>
                    <a:pt x="2584" y="5254"/>
                  </a:lnTo>
                  <a:cubicBezTo>
                    <a:pt x="2631" y="5207"/>
                    <a:pt x="2718" y="5183"/>
                    <a:pt x="2808" y="5183"/>
                  </a:cubicBezTo>
                  <a:close/>
                  <a:moveTo>
                    <a:pt x="3785" y="6167"/>
                  </a:moveTo>
                  <a:cubicBezTo>
                    <a:pt x="3875" y="6167"/>
                    <a:pt x="3970" y="6199"/>
                    <a:pt x="4033" y="6262"/>
                  </a:cubicBezTo>
                  <a:cubicBezTo>
                    <a:pt x="4159" y="6357"/>
                    <a:pt x="4159" y="6609"/>
                    <a:pt x="4033" y="6735"/>
                  </a:cubicBezTo>
                  <a:lnTo>
                    <a:pt x="3056" y="7711"/>
                  </a:lnTo>
                  <a:cubicBezTo>
                    <a:pt x="2993" y="7774"/>
                    <a:pt x="2899" y="7806"/>
                    <a:pt x="2808" y="7806"/>
                  </a:cubicBezTo>
                  <a:cubicBezTo>
                    <a:pt x="2718" y="7806"/>
                    <a:pt x="2631" y="7774"/>
                    <a:pt x="2584" y="7711"/>
                  </a:cubicBezTo>
                  <a:cubicBezTo>
                    <a:pt x="2395" y="7554"/>
                    <a:pt x="2395" y="7365"/>
                    <a:pt x="2584" y="7239"/>
                  </a:cubicBezTo>
                  <a:lnTo>
                    <a:pt x="3560" y="6262"/>
                  </a:lnTo>
                  <a:cubicBezTo>
                    <a:pt x="3608" y="6199"/>
                    <a:pt x="3694" y="6167"/>
                    <a:pt x="3785" y="6167"/>
                  </a:cubicBezTo>
                  <a:close/>
                  <a:moveTo>
                    <a:pt x="4730" y="7113"/>
                  </a:moveTo>
                  <a:cubicBezTo>
                    <a:pt x="4821" y="7113"/>
                    <a:pt x="4915" y="7144"/>
                    <a:pt x="4978" y="7207"/>
                  </a:cubicBezTo>
                  <a:cubicBezTo>
                    <a:pt x="5073" y="7302"/>
                    <a:pt x="5073" y="7554"/>
                    <a:pt x="4978" y="7680"/>
                  </a:cubicBezTo>
                  <a:lnTo>
                    <a:pt x="4001" y="8656"/>
                  </a:lnTo>
                  <a:cubicBezTo>
                    <a:pt x="3938" y="8719"/>
                    <a:pt x="3844" y="8751"/>
                    <a:pt x="3749" y="8751"/>
                  </a:cubicBezTo>
                  <a:cubicBezTo>
                    <a:pt x="3655" y="8751"/>
                    <a:pt x="3560" y="8719"/>
                    <a:pt x="3497" y="8656"/>
                  </a:cubicBezTo>
                  <a:cubicBezTo>
                    <a:pt x="3403" y="8530"/>
                    <a:pt x="3403" y="8310"/>
                    <a:pt x="3497" y="8184"/>
                  </a:cubicBezTo>
                  <a:lnTo>
                    <a:pt x="4505" y="7207"/>
                  </a:lnTo>
                  <a:cubicBezTo>
                    <a:pt x="4553" y="7144"/>
                    <a:pt x="4639" y="7113"/>
                    <a:pt x="4730" y="7113"/>
                  </a:cubicBezTo>
                  <a:close/>
                  <a:moveTo>
                    <a:pt x="4100" y="969"/>
                  </a:moveTo>
                  <a:cubicBezTo>
                    <a:pt x="4190" y="969"/>
                    <a:pt x="4285" y="1001"/>
                    <a:pt x="4348" y="1064"/>
                  </a:cubicBezTo>
                  <a:lnTo>
                    <a:pt x="5041" y="1725"/>
                  </a:lnTo>
                  <a:lnTo>
                    <a:pt x="3938" y="2828"/>
                  </a:lnTo>
                  <a:cubicBezTo>
                    <a:pt x="3560" y="3206"/>
                    <a:pt x="3560" y="3899"/>
                    <a:pt x="3938" y="4277"/>
                  </a:cubicBezTo>
                  <a:cubicBezTo>
                    <a:pt x="4143" y="4482"/>
                    <a:pt x="4411" y="4584"/>
                    <a:pt x="4675" y="4584"/>
                  </a:cubicBezTo>
                  <a:cubicBezTo>
                    <a:pt x="4939" y="4584"/>
                    <a:pt x="5199" y="4482"/>
                    <a:pt x="5388" y="4277"/>
                  </a:cubicBezTo>
                  <a:lnTo>
                    <a:pt x="6396" y="3332"/>
                  </a:lnTo>
                  <a:cubicBezTo>
                    <a:pt x="6443" y="3269"/>
                    <a:pt x="6530" y="3238"/>
                    <a:pt x="6620" y="3238"/>
                  </a:cubicBezTo>
                  <a:cubicBezTo>
                    <a:pt x="6711" y="3238"/>
                    <a:pt x="6805" y="3269"/>
                    <a:pt x="6868" y="3332"/>
                  </a:cubicBezTo>
                  <a:lnTo>
                    <a:pt x="10334" y="6735"/>
                  </a:lnTo>
                  <a:cubicBezTo>
                    <a:pt x="10491" y="6829"/>
                    <a:pt x="10491" y="7113"/>
                    <a:pt x="10365" y="7239"/>
                  </a:cubicBezTo>
                  <a:cubicBezTo>
                    <a:pt x="10302" y="7302"/>
                    <a:pt x="10216" y="7333"/>
                    <a:pt x="10129" y="7333"/>
                  </a:cubicBezTo>
                  <a:cubicBezTo>
                    <a:pt x="10042" y="7333"/>
                    <a:pt x="9956" y="7302"/>
                    <a:pt x="9893" y="7239"/>
                  </a:cubicBezTo>
                  <a:lnTo>
                    <a:pt x="8444" y="5789"/>
                  </a:lnTo>
                  <a:cubicBezTo>
                    <a:pt x="8381" y="5726"/>
                    <a:pt x="8286" y="5695"/>
                    <a:pt x="8195" y="5695"/>
                  </a:cubicBezTo>
                  <a:cubicBezTo>
                    <a:pt x="8105" y="5695"/>
                    <a:pt x="8018" y="5726"/>
                    <a:pt x="7971" y="5789"/>
                  </a:cubicBezTo>
                  <a:cubicBezTo>
                    <a:pt x="7845" y="5884"/>
                    <a:pt x="7845" y="6136"/>
                    <a:pt x="7971" y="6262"/>
                  </a:cubicBezTo>
                  <a:lnTo>
                    <a:pt x="9420" y="7711"/>
                  </a:lnTo>
                  <a:cubicBezTo>
                    <a:pt x="9546" y="7837"/>
                    <a:pt x="9546" y="8058"/>
                    <a:pt x="9420" y="8184"/>
                  </a:cubicBezTo>
                  <a:cubicBezTo>
                    <a:pt x="9357" y="8247"/>
                    <a:pt x="9271" y="8278"/>
                    <a:pt x="9184" y="8278"/>
                  </a:cubicBezTo>
                  <a:cubicBezTo>
                    <a:pt x="9097" y="8278"/>
                    <a:pt x="9011" y="8247"/>
                    <a:pt x="8948" y="8184"/>
                  </a:cubicBezTo>
                  <a:lnTo>
                    <a:pt x="7498" y="6735"/>
                  </a:lnTo>
                  <a:cubicBezTo>
                    <a:pt x="7435" y="6672"/>
                    <a:pt x="7341" y="6640"/>
                    <a:pt x="7250" y="6640"/>
                  </a:cubicBezTo>
                  <a:cubicBezTo>
                    <a:pt x="7160" y="6640"/>
                    <a:pt x="7073" y="6672"/>
                    <a:pt x="7026" y="6735"/>
                  </a:cubicBezTo>
                  <a:cubicBezTo>
                    <a:pt x="6900" y="6829"/>
                    <a:pt x="6900" y="7081"/>
                    <a:pt x="7026" y="7176"/>
                  </a:cubicBezTo>
                  <a:lnTo>
                    <a:pt x="8475" y="8656"/>
                  </a:lnTo>
                  <a:cubicBezTo>
                    <a:pt x="8601" y="8751"/>
                    <a:pt x="8601" y="9003"/>
                    <a:pt x="8475" y="9129"/>
                  </a:cubicBezTo>
                  <a:cubicBezTo>
                    <a:pt x="8412" y="9176"/>
                    <a:pt x="8325" y="9200"/>
                    <a:pt x="8239" y="9200"/>
                  </a:cubicBezTo>
                  <a:cubicBezTo>
                    <a:pt x="8152" y="9200"/>
                    <a:pt x="8066" y="9176"/>
                    <a:pt x="8003" y="9129"/>
                  </a:cubicBezTo>
                  <a:lnTo>
                    <a:pt x="6459" y="7648"/>
                  </a:lnTo>
                  <a:cubicBezTo>
                    <a:pt x="6270" y="7459"/>
                    <a:pt x="6018" y="7396"/>
                    <a:pt x="5797" y="7396"/>
                  </a:cubicBezTo>
                  <a:cubicBezTo>
                    <a:pt x="5797" y="7144"/>
                    <a:pt x="5671" y="6924"/>
                    <a:pt x="5482" y="6735"/>
                  </a:cubicBezTo>
                  <a:cubicBezTo>
                    <a:pt x="5293" y="6514"/>
                    <a:pt x="5041" y="6451"/>
                    <a:pt x="4821" y="6388"/>
                  </a:cubicBezTo>
                  <a:cubicBezTo>
                    <a:pt x="4821" y="6167"/>
                    <a:pt x="4694" y="5947"/>
                    <a:pt x="4505" y="5726"/>
                  </a:cubicBezTo>
                  <a:cubicBezTo>
                    <a:pt x="4285" y="5537"/>
                    <a:pt x="4064" y="5474"/>
                    <a:pt x="3812" y="5411"/>
                  </a:cubicBezTo>
                  <a:cubicBezTo>
                    <a:pt x="3812" y="5191"/>
                    <a:pt x="3718" y="4939"/>
                    <a:pt x="3497" y="4750"/>
                  </a:cubicBezTo>
                  <a:cubicBezTo>
                    <a:pt x="3308" y="4561"/>
                    <a:pt x="3048" y="4466"/>
                    <a:pt x="2785" y="4466"/>
                  </a:cubicBezTo>
                  <a:cubicBezTo>
                    <a:pt x="2521" y="4466"/>
                    <a:pt x="2253" y="4561"/>
                    <a:pt x="2048" y="4750"/>
                  </a:cubicBezTo>
                  <a:lnTo>
                    <a:pt x="1544" y="5254"/>
                  </a:lnTo>
                  <a:lnTo>
                    <a:pt x="819" y="4561"/>
                  </a:lnTo>
                  <a:cubicBezTo>
                    <a:pt x="725" y="4435"/>
                    <a:pt x="725" y="4183"/>
                    <a:pt x="819" y="4088"/>
                  </a:cubicBezTo>
                  <a:lnTo>
                    <a:pt x="3875" y="1064"/>
                  </a:lnTo>
                  <a:cubicBezTo>
                    <a:pt x="3923" y="1001"/>
                    <a:pt x="4009" y="969"/>
                    <a:pt x="4100" y="969"/>
                  </a:cubicBezTo>
                  <a:close/>
                  <a:moveTo>
                    <a:pt x="5718" y="8089"/>
                  </a:moveTo>
                  <a:cubicBezTo>
                    <a:pt x="5805" y="8089"/>
                    <a:pt x="5892" y="8121"/>
                    <a:pt x="5955" y="8184"/>
                  </a:cubicBezTo>
                  <a:cubicBezTo>
                    <a:pt x="6081" y="8310"/>
                    <a:pt x="6081" y="8530"/>
                    <a:pt x="5955" y="8656"/>
                  </a:cubicBezTo>
                  <a:lnTo>
                    <a:pt x="4978" y="9633"/>
                  </a:lnTo>
                  <a:cubicBezTo>
                    <a:pt x="4915" y="9696"/>
                    <a:pt x="4821" y="9728"/>
                    <a:pt x="4730" y="9728"/>
                  </a:cubicBezTo>
                  <a:cubicBezTo>
                    <a:pt x="4639" y="9728"/>
                    <a:pt x="4553" y="9696"/>
                    <a:pt x="4505" y="9633"/>
                  </a:cubicBezTo>
                  <a:cubicBezTo>
                    <a:pt x="4379" y="9507"/>
                    <a:pt x="4379" y="9286"/>
                    <a:pt x="4505" y="9160"/>
                  </a:cubicBezTo>
                  <a:lnTo>
                    <a:pt x="5482" y="8184"/>
                  </a:lnTo>
                  <a:cubicBezTo>
                    <a:pt x="5545" y="8121"/>
                    <a:pt x="5632" y="8089"/>
                    <a:pt x="5718" y="8089"/>
                  </a:cubicBezTo>
                  <a:close/>
                  <a:moveTo>
                    <a:pt x="6616" y="8877"/>
                  </a:moveTo>
                  <a:lnTo>
                    <a:pt x="7467" y="9665"/>
                  </a:lnTo>
                  <a:cubicBezTo>
                    <a:pt x="7593" y="9759"/>
                    <a:pt x="7593" y="9980"/>
                    <a:pt x="7435" y="10106"/>
                  </a:cubicBezTo>
                  <a:cubicBezTo>
                    <a:pt x="7388" y="10169"/>
                    <a:pt x="7286" y="10200"/>
                    <a:pt x="7179" y="10200"/>
                  </a:cubicBezTo>
                  <a:cubicBezTo>
                    <a:pt x="7073" y="10200"/>
                    <a:pt x="6963" y="10169"/>
                    <a:pt x="6900" y="10106"/>
                  </a:cubicBezTo>
                  <a:lnTo>
                    <a:pt x="6207" y="9412"/>
                  </a:lnTo>
                  <a:lnTo>
                    <a:pt x="6427" y="9160"/>
                  </a:lnTo>
                  <a:cubicBezTo>
                    <a:pt x="6522" y="9097"/>
                    <a:pt x="6585" y="8971"/>
                    <a:pt x="6616" y="8877"/>
                  </a:cubicBezTo>
                  <a:close/>
                  <a:moveTo>
                    <a:pt x="7309" y="0"/>
                  </a:moveTo>
                  <a:cubicBezTo>
                    <a:pt x="7042" y="0"/>
                    <a:pt x="6774" y="103"/>
                    <a:pt x="6585" y="308"/>
                  </a:cubicBezTo>
                  <a:lnTo>
                    <a:pt x="5608" y="1284"/>
                  </a:lnTo>
                  <a:lnTo>
                    <a:pt x="4852" y="560"/>
                  </a:lnTo>
                  <a:cubicBezTo>
                    <a:pt x="4656" y="394"/>
                    <a:pt x="4409" y="307"/>
                    <a:pt x="4163" y="307"/>
                  </a:cubicBezTo>
                  <a:cubicBezTo>
                    <a:pt x="3897" y="307"/>
                    <a:pt x="3631" y="409"/>
                    <a:pt x="3434" y="623"/>
                  </a:cubicBezTo>
                  <a:lnTo>
                    <a:pt x="410" y="3647"/>
                  </a:lnTo>
                  <a:cubicBezTo>
                    <a:pt x="0" y="4025"/>
                    <a:pt x="0" y="4718"/>
                    <a:pt x="410" y="5096"/>
                  </a:cubicBezTo>
                  <a:lnTo>
                    <a:pt x="1103" y="5821"/>
                  </a:lnTo>
                  <a:cubicBezTo>
                    <a:pt x="725" y="6199"/>
                    <a:pt x="725" y="6829"/>
                    <a:pt x="1103" y="7239"/>
                  </a:cubicBezTo>
                  <a:cubicBezTo>
                    <a:pt x="1292" y="7428"/>
                    <a:pt x="1544" y="7491"/>
                    <a:pt x="1765" y="7554"/>
                  </a:cubicBezTo>
                  <a:cubicBezTo>
                    <a:pt x="1765" y="7774"/>
                    <a:pt x="1891" y="8026"/>
                    <a:pt x="2080" y="8215"/>
                  </a:cubicBezTo>
                  <a:cubicBezTo>
                    <a:pt x="2300" y="8404"/>
                    <a:pt x="2521" y="8499"/>
                    <a:pt x="2773" y="8530"/>
                  </a:cubicBezTo>
                  <a:cubicBezTo>
                    <a:pt x="2773" y="8751"/>
                    <a:pt x="2867" y="9003"/>
                    <a:pt x="3088" y="9192"/>
                  </a:cubicBezTo>
                  <a:cubicBezTo>
                    <a:pt x="3277" y="9381"/>
                    <a:pt x="3497" y="9475"/>
                    <a:pt x="3749" y="9507"/>
                  </a:cubicBezTo>
                  <a:cubicBezTo>
                    <a:pt x="3749" y="9759"/>
                    <a:pt x="3875" y="9980"/>
                    <a:pt x="4064" y="10169"/>
                  </a:cubicBezTo>
                  <a:cubicBezTo>
                    <a:pt x="4253" y="10373"/>
                    <a:pt x="4521" y="10476"/>
                    <a:pt x="4789" y="10476"/>
                  </a:cubicBezTo>
                  <a:cubicBezTo>
                    <a:pt x="5057" y="10476"/>
                    <a:pt x="5325" y="10373"/>
                    <a:pt x="5514" y="10169"/>
                  </a:cubicBezTo>
                  <a:lnTo>
                    <a:pt x="5766" y="9948"/>
                  </a:lnTo>
                  <a:lnTo>
                    <a:pt x="6459" y="10673"/>
                  </a:lnTo>
                  <a:cubicBezTo>
                    <a:pt x="6664" y="10862"/>
                    <a:pt x="6939" y="10956"/>
                    <a:pt x="7219" y="10956"/>
                  </a:cubicBezTo>
                  <a:cubicBezTo>
                    <a:pt x="7498" y="10956"/>
                    <a:pt x="7782" y="10862"/>
                    <a:pt x="8003" y="10673"/>
                  </a:cubicBezTo>
                  <a:cubicBezTo>
                    <a:pt x="8192" y="10452"/>
                    <a:pt x="8286" y="10232"/>
                    <a:pt x="8318" y="9980"/>
                  </a:cubicBezTo>
                  <a:cubicBezTo>
                    <a:pt x="8538" y="9980"/>
                    <a:pt x="8790" y="9885"/>
                    <a:pt x="8979" y="9665"/>
                  </a:cubicBezTo>
                  <a:cubicBezTo>
                    <a:pt x="9168" y="9475"/>
                    <a:pt x="9263" y="9255"/>
                    <a:pt x="9294" y="9003"/>
                  </a:cubicBezTo>
                  <a:cubicBezTo>
                    <a:pt x="9546" y="9003"/>
                    <a:pt x="9767" y="8877"/>
                    <a:pt x="9956" y="8688"/>
                  </a:cubicBezTo>
                  <a:cubicBezTo>
                    <a:pt x="10176" y="8499"/>
                    <a:pt x="10239" y="8247"/>
                    <a:pt x="10271" y="8026"/>
                  </a:cubicBezTo>
                  <a:cubicBezTo>
                    <a:pt x="10523" y="8026"/>
                    <a:pt x="10743" y="7900"/>
                    <a:pt x="10964" y="7711"/>
                  </a:cubicBezTo>
                  <a:cubicBezTo>
                    <a:pt x="11342" y="7302"/>
                    <a:pt x="11342" y="6640"/>
                    <a:pt x="10964" y="6262"/>
                  </a:cubicBezTo>
                  <a:lnTo>
                    <a:pt x="10680" y="5978"/>
                  </a:lnTo>
                  <a:lnTo>
                    <a:pt x="11594" y="5065"/>
                  </a:lnTo>
                  <a:cubicBezTo>
                    <a:pt x="11909" y="4687"/>
                    <a:pt x="11909" y="4057"/>
                    <a:pt x="11468" y="3647"/>
                  </a:cubicBezTo>
                  <a:lnTo>
                    <a:pt x="8034" y="308"/>
                  </a:lnTo>
                  <a:cubicBezTo>
                    <a:pt x="7845" y="103"/>
                    <a:pt x="7577" y="0"/>
                    <a:pt x="73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17"/>
            <p:cNvSpPr/>
            <p:nvPr/>
          </p:nvSpPr>
          <p:spPr>
            <a:xfrm>
              <a:off x="3970286" y="1197600"/>
              <a:ext cx="1203432" cy="1041379"/>
            </a:xfrm>
            <a:custGeom>
              <a:avLst/>
              <a:gdLst/>
              <a:ahLst/>
              <a:cxnLst/>
              <a:rect l="l" t="t" r="r" b="b"/>
              <a:pathLst>
                <a:path w="18056" h="15624" extrusionOk="0">
                  <a:moveTo>
                    <a:pt x="4530" y="0"/>
                  </a:moveTo>
                  <a:lnTo>
                    <a:pt x="1" y="7812"/>
                  </a:lnTo>
                  <a:lnTo>
                    <a:pt x="4530" y="15624"/>
                  </a:lnTo>
                  <a:lnTo>
                    <a:pt x="13557" y="15624"/>
                  </a:lnTo>
                  <a:lnTo>
                    <a:pt x="18056" y="7812"/>
                  </a:lnTo>
                  <a:lnTo>
                    <a:pt x="1355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0" name="Google Shape;180;p17"/>
            <p:cNvGrpSpPr/>
            <p:nvPr/>
          </p:nvGrpSpPr>
          <p:grpSpPr>
            <a:xfrm>
              <a:off x="4348504" y="1494372"/>
              <a:ext cx="449066" cy="447834"/>
              <a:chOff x="-30805300" y="1938725"/>
              <a:chExt cx="291450" cy="290650"/>
            </a:xfrm>
          </p:grpSpPr>
          <p:sp>
            <p:nvSpPr>
              <p:cNvPr id="181" name="Google Shape;181;p17"/>
              <p:cNvSpPr/>
              <p:nvPr/>
            </p:nvSpPr>
            <p:spPr>
              <a:xfrm>
                <a:off x="-30805300" y="1938725"/>
                <a:ext cx="291450" cy="290650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26" extrusionOk="0">
                    <a:moveTo>
                      <a:pt x="6806" y="694"/>
                    </a:moveTo>
                    <a:lnTo>
                      <a:pt x="6806" y="1450"/>
                    </a:lnTo>
                    <a:lnTo>
                      <a:pt x="6112" y="1450"/>
                    </a:lnTo>
                    <a:lnTo>
                      <a:pt x="6112" y="694"/>
                    </a:lnTo>
                    <a:close/>
                    <a:moveTo>
                      <a:pt x="10586" y="4821"/>
                    </a:moveTo>
                    <a:cubicBezTo>
                      <a:pt x="10807" y="4821"/>
                      <a:pt x="10964" y="5010"/>
                      <a:pt x="10964" y="5199"/>
                    </a:cubicBezTo>
                    <a:cubicBezTo>
                      <a:pt x="10964" y="5388"/>
                      <a:pt x="10807" y="5545"/>
                      <a:pt x="10586" y="5545"/>
                    </a:cubicBezTo>
                    <a:lnTo>
                      <a:pt x="8570" y="5545"/>
                    </a:lnTo>
                    <a:cubicBezTo>
                      <a:pt x="8349" y="5545"/>
                      <a:pt x="8192" y="5388"/>
                      <a:pt x="8192" y="5199"/>
                    </a:cubicBezTo>
                    <a:cubicBezTo>
                      <a:pt x="8192" y="5010"/>
                      <a:pt x="8349" y="4821"/>
                      <a:pt x="8570" y="4821"/>
                    </a:cubicBezTo>
                    <a:close/>
                    <a:moveTo>
                      <a:pt x="6459" y="3529"/>
                    </a:moveTo>
                    <a:cubicBezTo>
                      <a:pt x="7089" y="3529"/>
                      <a:pt x="7656" y="3844"/>
                      <a:pt x="7971" y="4411"/>
                    </a:cubicBezTo>
                    <a:cubicBezTo>
                      <a:pt x="7688" y="4600"/>
                      <a:pt x="7499" y="4915"/>
                      <a:pt x="7499" y="5262"/>
                    </a:cubicBezTo>
                    <a:cubicBezTo>
                      <a:pt x="7499" y="5388"/>
                      <a:pt x="7530" y="5545"/>
                      <a:pt x="7562" y="5672"/>
                    </a:cubicBezTo>
                    <a:cubicBezTo>
                      <a:pt x="7121" y="5703"/>
                      <a:pt x="6806" y="6113"/>
                      <a:pt x="6806" y="6585"/>
                    </a:cubicBezTo>
                    <a:cubicBezTo>
                      <a:pt x="6806" y="6680"/>
                      <a:pt x="6806" y="6774"/>
                      <a:pt x="6869" y="6900"/>
                    </a:cubicBezTo>
                    <a:cubicBezTo>
                      <a:pt x="6743" y="6932"/>
                      <a:pt x="6617" y="6932"/>
                      <a:pt x="6459" y="6932"/>
                    </a:cubicBezTo>
                    <a:cubicBezTo>
                      <a:pt x="5514" y="6932"/>
                      <a:pt x="4758" y="6176"/>
                      <a:pt x="4758" y="5230"/>
                    </a:cubicBezTo>
                    <a:cubicBezTo>
                      <a:pt x="4758" y="4285"/>
                      <a:pt x="5514" y="3529"/>
                      <a:pt x="6459" y="3529"/>
                    </a:cubicBezTo>
                    <a:close/>
                    <a:moveTo>
                      <a:pt x="9893" y="6207"/>
                    </a:moveTo>
                    <a:cubicBezTo>
                      <a:pt x="10082" y="6207"/>
                      <a:pt x="10240" y="6365"/>
                      <a:pt x="10240" y="6585"/>
                    </a:cubicBezTo>
                    <a:cubicBezTo>
                      <a:pt x="10240" y="6774"/>
                      <a:pt x="10082" y="6932"/>
                      <a:pt x="9893" y="6932"/>
                    </a:cubicBezTo>
                    <a:lnTo>
                      <a:pt x="7845" y="6932"/>
                    </a:lnTo>
                    <a:cubicBezTo>
                      <a:pt x="7656" y="6932"/>
                      <a:pt x="7499" y="6774"/>
                      <a:pt x="7499" y="6585"/>
                    </a:cubicBezTo>
                    <a:cubicBezTo>
                      <a:pt x="7499" y="6365"/>
                      <a:pt x="7656" y="6207"/>
                      <a:pt x="7845" y="6207"/>
                    </a:cubicBezTo>
                    <a:close/>
                    <a:moveTo>
                      <a:pt x="9231" y="7562"/>
                    </a:moveTo>
                    <a:cubicBezTo>
                      <a:pt x="9420" y="7562"/>
                      <a:pt x="9578" y="7719"/>
                      <a:pt x="9578" y="7908"/>
                    </a:cubicBezTo>
                    <a:cubicBezTo>
                      <a:pt x="9578" y="8097"/>
                      <a:pt x="9420" y="8255"/>
                      <a:pt x="9231" y="8255"/>
                    </a:cubicBezTo>
                    <a:lnTo>
                      <a:pt x="7845" y="8255"/>
                    </a:lnTo>
                    <a:cubicBezTo>
                      <a:pt x="7656" y="8255"/>
                      <a:pt x="7499" y="8097"/>
                      <a:pt x="7499" y="7908"/>
                    </a:cubicBezTo>
                    <a:cubicBezTo>
                      <a:pt x="7499" y="7719"/>
                      <a:pt x="7656" y="7562"/>
                      <a:pt x="7845" y="7562"/>
                    </a:cubicBezTo>
                    <a:close/>
                    <a:moveTo>
                      <a:pt x="6595" y="2171"/>
                    </a:moveTo>
                    <a:cubicBezTo>
                      <a:pt x="7889" y="2171"/>
                      <a:pt x="8963" y="3033"/>
                      <a:pt x="9389" y="4159"/>
                    </a:cubicBezTo>
                    <a:lnTo>
                      <a:pt x="8633" y="4159"/>
                    </a:lnTo>
                    <a:cubicBezTo>
                      <a:pt x="8223" y="3340"/>
                      <a:pt x="7404" y="2805"/>
                      <a:pt x="6459" y="2805"/>
                    </a:cubicBezTo>
                    <a:cubicBezTo>
                      <a:pt x="5136" y="2805"/>
                      <a:pt x="4065" y="3844"/>
                      <a:pt x="4065" y="5199"/>
                    </a:cubicBezTo>
                    <a:cubicBezTo>
                      <a:pt x="4065" y="6522"/>
                      <a:pt x="5136" y="7593"/>
                      <a:pt x="6459" y="7593"/>
                    </a:cubicBezTo>
                    <a:cubicBezTo>
                      <a:pt x="6617" y="7593"/>
                      <a:pt x="6743" y="7593"/>
                      <a:pt x="6900" y="7562"/>
                    </a:cubicBezTo>
                    <a:lnTo>
                      <a:pt x="6900" y="7562"/>
                    </a:lnTo>
                    <a:cubicBezTo>
                      <a:pt x="6869" y="7688"/>
                      <a:pt x="6806" y="7782"/>
                      <a:pt x="6806" y="7940"/>
                    </a:cubicBezTo>
                    <a:cubicBezTo>
                      <a:pt x="6806" y="8066"/>
                      <a:pt x="6806" y="8192"/>
                      <a:pt x="6869" y="8255"/>
                    </a:cubicBezTo>
                    <a:cubicBezTo>
                      <a:pt x="6743" y="8255"/>
                      <a:pt x="6585" y="8318"/>
                      <a:pt x="6459" y="8318"/>
                    </a:cubicBezTo>
                    <a:cubicBezTo>
                      <a:pt x="4758" y="8318"/>
                      <a:pt x="3403" y="6932"/>
                      <a:pt x="3403" y="5230"/>
                    </a:cubicBezTo>
                    <a:cubicBezTo>
                      <a:pt x="3403" y="3529"/>
                      <a:pt x="4758" y="2174"/>
                      <a:pt x="6459" y="2174"/>
                    </a:cubicBezTo>
                    <a:cubicBezTo>
                      <a:pt x="6505" y="2172"/>
                      <a:pt x="6550" y="2171"/>
                      <a:pt x="6595" y="2171"/>
                    </a:cubicBezTo>
                    <a:close/>
                    <a:moveTo>
                      <a:pt x="8538" y="8917"/>
                    </a:moveTo>
                    <a:cubicBezTo>
                      <a:pt x="8759" y="8917"/>
                      <a:pt x="8916" y="9074"/>
                      <a:pt x="8916" y="9295"/>
                    </a:cubicBezTo>
                    <a:cubicBezTo>
                      <a:pt x="8853" y="9484"/>
                      <a:pt x="8696" y="9641"/>
                      <a:pt x="8538" y="9641"/>
                    </a:cubicBezTo>
                    <a:lnTo>
                      <a:pt x="7877" y="9641"/>
                    </a:lnTo>
                    <a:cubicBezTo>
                      <a:pt x="7688" y="9641"/>
                      <a:pt x="7530" y="9484"/>
                      <a:pt x="7530" y="9295"/>
                    </a:cubicBezTo>
                    <a:cubicBezTo>
                      <a:pt x="7530" y="9074"/>
                      <a:pt x="7688" y="8917"/>
                      <a:pt x="7877" y="8917"/>
                    </a:cubicBezTo>
                    <a:close/>
                    <a:moveTo>
                      <a:pt x="3592" y="1765"/>
                    </a:moveTo>
                    <a:cubicBezTo>
                      <a:pt x="3655" y="2111"/>
                      <a:pt x="3655" y="2427"/>
                      <a:pt x="3592" y="2805"/>
                    </a:cubicBezTo>
                    <a:cubicBezTo>
                      <a:pt x="3025" y="3466"/>
                      <a:pt x="2710" y="4285"/>
                      <a:pt x="2710" y="5199"/>
                    </a:cubicBezTo>
                    <a:cubicBezTo>
                      <a:pt x="2710" y="7278"/>
                      <a:pt x="4411" y="8917"/>
                      <a:pt x="6459" y="8917"/>
                    </a:cubicBezTo>
                    <a:cubicBezTo>
                      <a:pt x="6585" y="8917"/>
                      <a:pt x="6743" y="8917"/>
                      <a:pt x="6869" y="8885"/>
                    </a:cubicBezTo>
                    <a:lnTo>
                      <a:pt x="6869" y="8885"/>
                    </a:lnTo>
                    <a:cubicBezTo>
                      <a:pt x="6806" y="9011"/>
                      <a:pt x="6774" y="9137"/>
                      <a:pt x="6774" y="9232"/>
                    </a:cubicBezTo>
                    <a:cubicBezTo>
                      <a:pt x="6774" y="9358"/>
                      <a:pt x="6806" y="9484"/>
                      <a:pt x="6806" y="9610"/>
                    </a:cubicBezTo>
                    <a:lnTo>
                      <a:pt x="4915" y="9610"/>
                    </a:lnTo>
                    <a:cubicBezTo>
                      <a:pt x="4537" y="9641"/>
                      <a:pt x="4096" y="9830"/>
                      <a:pt x="3781" y="10145"/>
                    </a:cubicBezTo>
                    <a:lnTo>
                      <a:pt x="3088" y="10870"/>
                    </a:lnTo>
                    <a:lnTo>
                      <a:pt x="788" y="8633"/>
                    </a:lnTo>
                    <a:lnTo>
                      <a:pt x="1544" y="7908"/>
                    </a:lnTo>
                    <a:cubicBezTo>
                      <a:pt x="1859" y="7593"/>
                      <a:pt x="2048" y="7152"/>
                      <a:pt x="2048" y="6680"/>
                    </a:cubicBezTo>
                    <a:lnTo>
                      <a:pt x="2048" y="3655"/>
                    </a:lnTo>
                    <a:cubicBezTo>
                      <a:pt x="2048" y="3592"/>
                      <a:pt x="2080" y="3498"/>
                      <a:pt x="2143" y="3435"/>
                    </a:cubicBezTo>
                    <a:lnTo>
                      <a:pt x="3592" y="1765"/>
                    </a:lnTo>
                    <a:close/>
                    <a:moveTo>
                      <a:pt x="5167" y="1"/>
                    </a:moveTo>
                    <a:cubicBezTo>
                      <a:pt x="4978" y="1"/>
                      <a:pt x="4821" y="158"/>
                      <a:pt x="4821" y="347"/>
                    </a:cubicBezTo>
                    <a:cubicBezTo>
                      <a:pt x="4821" y="536"/>
                      <a:pt x="4978" y="694"/>
                      <a:pt x="5167" y="694"/>
                    </a:cubicBezTo>
                    <a:lnTo>
                      <a:pt x="5514" y="694"/>
                    </a:lnTo>
                    <a:lnTo>
                      <a:pt x="5514" y="1576"/>
                    </a:lnTo>
                    <a:cubicBezTo>
                      <a:pt x="5136" y="1702"/>
                      <a:pt x="4726" y="1891"/>
                      <a:pt x="4380" y="2111"/>
                    </a:cubicBezTo>
                    <a:cubicBezTo>
                      <a:pt x="4380" y="1796"/>
                      <a:pt x="4317" y="1481"/>
                      <a:pt x="4222" y="1229"/>
                    </a:cubicBezTo>
                    <a:lnTo>
                      <a:pt x="4159" y="977"/>
                    </a:lnTo>
                    <a:cubicBezTo>
                      <a:pt x="4096" y="851"/>
                      <a:pt x="4033" y="788"/>
                      <a:pt x="3907" y="757"/>
                    </a:cubicBezTo>
                    <a:cubicBezTo>
                      <a:pt x="3872" y="739"/>
                      <a:pt x="3839" y="731"/>
                      <a:pt x="3808" y="731"/>
                    </a:cubicBezTo>
                    <a:cubicBezTo>
                      <a:pt x="3728" y="731"/>
                      <a:pt x="3660" y="783"/>
                      <a:pt x="3592" y="851"/>
                    </a:cubicBezTo>
                    <a:lnTo>
                      <a:pt x="1702" y="2962"/>
                    </a:lnTo>
                    <a:cubicBezTo>
                      <a:pt x="1544" y="3151"/>
                      <a:pt x="1418" y="3372"/>
                      <a:pt x="1418" y="3624"/>
                    </a:cubicBezTo>
                    <a:lnTo>
                      <a:pt x="1418" y="6648"/>
                    </a:lnTo>
                    <a:cubicBezTo>
                      <a:pt x="1418" y="6932"/>
                      <a:pt x="1292" y="7152"/>
                      <a:pt x="1103" y="7373"/>
                    </a:cubicBezTo>
                    <a:lnTo>
                      <a:pt x="127" y="8349"/>
                    </a:lnTo>
                    <a:cubicBezTo>
                      <a:pt x="64" y="8412"/>
                      <a:pt x="1" y="8507"/>
                      <a:pt x="1" y="8570"/>
                    </a:cubicBezTo>
                    <a:cubicBezTo>
                      <a:pt x="1" y="8664"/>
                      <a:pt x="32" y="8790"/>
                      <a:pt x="127" y="8822"/>
                    </a:cubicBezTo>
                    <a:lnTo>
                      <a:pt x="2867" y="11531"/>
                    </a:lnTo>
                    <a:cubicBezTo>
                      <a:pt x="2930" y="11594"/>
                      <a:pt x="3025" y="11626"/>
                      <a:pt x="3116" y="11626"/>
                    </a:cubicBezTo>
                    <a:cubicBezTo>
                      <a:pt x="3206" y="11626"/>
                      <a:pt x="3293" y="11594"/>
                      <a:pt x="3340" y="11531"/>
                    </a:cubicBezTo>
                    <a:lnTo>
                      <a:pt x="4348" y="10555"/>
                    </a:lnTo>
                    <a:cubicBezTo>
                      <a:pt x="4537" y="10366"/>
                      <a:pt x="4758" y="10240"/>
                      <a:pt x="5041" y="10240"/>
                    </a:cubicBezTo>
                    <a:lnTo>
                      <a:pt x="8601" y="10240"/>
                    </a:lnTo>
                    <a:cubicBezTo>
                      <a:pt x="9137" y="10240"/>
                      <a:pt x="9610" y="9767"/>
                      <a:pt x="9610" y="9200"/>
                    </a:cubicBezTo>
                    <a:cubicBezTo>
                      <a:pt x="9610" y="9106"/>
                      <a:pt x="9578" y="8948"/>
                      <a:pt x="9547" y="8822"/>
                    </a:cubicBezTo>
                    <a:cubicBezTo>
                      <a:pt x="9956" y="8696"/>
                      <a:pt x="10303" y="8318"/>
                      <a:pt x="10303" y="7845"/>
                    </a:cubicBezTo>
                    <a:cubicBezTo>
                      <a:pt x="10303" y="7719"/>
                      <a:pt x="10240" y="7562"/>
                      <a:pt x="10208" y="7436"/>
                    </a:cubicBezTo>
                    <a:cubicBezTo>
                      <a:pt x="10649" y="7310"/>
                      <a:pt x="10964" y="6932"/>
                      <a:pt x="10964" y="6459"/>
                    </a:cubicBezTo>
                    <a:cubicBezTo>
                      <a:pt x="10964" y="6333"/>
                      <a:pt x="10933" y="6176"/>
                      <a:pt x="10870" y="6050"/>
                    </a:cubicBezTo>
                    <a:cubicBezTo>
                      <a:pt x="11027" y="6018"/>
                      <a:pt x="11185" y="5955"/>
                      <a:pt x="11342" y="5798"/>
                    </a:cubicBezTo>
                    <a:cubicBezTo>
                      <a:pt x="11563" y="5577"/>
                      <a:pt x="11657" y="5325"/>
                      <a:pt x="11657" y="5041"/>
                    </a:cubicBezTo>
                    <a:cubicBezTo>
                      <a:pt x="11657" y="4758"/>
                      <a:pt x="11563" y="4474"/>
                      <a:pt x="11342" y="4285"/>
                    </a:cubicBezTo>
                    <a:cubicBezTo>
                      <a:pt x="11122" y="4285"/>
                      <a:pt x="10870" y="4159"/>
                      <a:pt x="10586" y="4159"/>
                    </a:cubicBezTo>
                    <a:lnTo>
                      <a:pt x="10145" y="4159"/>
                    </a:lnTo>
                    <a:cubicBezTo>
                      <a:pt x="9767" y="2899"/>
                      <a:pt x="8790" y="1922"/>
                      <a:pt x="7530" y="1576"/>
                    </a:cubicBezTo>
                    <a:lnTo>
                      <a:pt x="7530" y="694"/>
                    </a:lnTo>
                    <a:lnTo>
                      <a:pt x="7877" y="694"/>
                    </a:lnTo>
                    <a:cubicBezTo>
                      <a:pt x="8097" y="694"/>
                      <a:pt x="8255" y="536"/>
                      <a:pt x="8255" y="347"/>
                    </a:cubicBezTo>
                    <a:cubicBezTo>
                      <a:pt x="8255" y="158"/>
                      <a:pt x="8097" y="1"/>
                      <a:pt x="787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7"/>
              <p:cNvSpPr/>
              <p:nvPr/>
            </p:nvSpPr>
            <p:spPr>
              <a:xfrm>
                <a:off x="-30670625" y="2042700"/>
                <a:ext cx="35475" cy="35450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1418" extrusionOk="0">
                    <a:moveTo>
                      <a:pt x="1072" y="0"/>
                    </a:moveTo>
                    <a:cubicBezTo>
                      <a:pt x="883" y="0"/>
                      <a:pt x="725" y="158"/>
                      <a:pt x="725" y="378"/>
                    </a:cubicBezTo>
                    <a:lnTo>
                      <a:pt x="725" y="725"/>
                    </a:lnTo>
                    <a:lnTo>
                      <a:pt x="379" y="725"/>
                    </a:lnTo>
                    <a:cubicBezTo>
                      <a:pt x="158" y="725"/>
                      <a:pt x="1" y="882"/>
                      <a:pt x="1" y="1071"/>
                    </a:cubicBezTo>
                    <a:cubicBezTo>
                      <a:pt x="1" y="1260"/>
                      <a:pt x="158" y="1418"/>
                      <a:pt x="379" y="1418"/>
                    </a:cubicBezTo>
                    <a:lnTo>
                      <a:pt x="1041" y="1418"/>
                    </a:lnTo>
                    <a:cubicBezTo>
                      <a:pt x="1230" y="1418"/>
                      <a:pt x="1387" y="1260"/>
                      <a:pt x="1387" y="1071"/>
                    </a:cubicBezTo>
                    <a:lnTo>
                      <a:pt x="1387" y="410"/>
                    </a:lnTo>
                    <a:cubicBezTo>
                      <a:pt x="1419" y="158"/>
                      <a:pt x="1261" y="0"/>
                      <a:pt x="107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3" name="Google Shape;183;p17"/>
          <p:cNvGrpSpPr/>
          <p:nvPr/>
        </p:nvGrpSpPr>
        <p:grpSpPr>
          <a:xfrm>
            <a:off x="6873000" y="1579480"/>
            <a:ext cx="1813800" cy="721579"/>
            <a:chOff x="6873000" y="1579480"/>
            <a:chExt cx="1813800" cy="721579"/>
          </a:xfrm>
        </p:grpSpPr>
        <p:sp>
          <p:nvSpPr>
            <p:cNvPr id="184" name="Google Shape;184;p17"/>
            <p:cNvSpPr txBox="1"/>
            <p:nvPr/>
          </p:nvSpPr>
          <p:spPr>
            <a:xfrm>
              <a:off x="6873000" y="1853159"/>
              <a:ext cx="18138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Romper estándares y ser innovadora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85" name="Google Shape;185;p17"/>
            <p:cNvSpPr txBox="1"/>
            <p:nvPr/>
          </p:nvSpPr>
          <p:spPr>
            <a:xfrm>
              <a:off x="6873000" y="1579480"/>
              <a:ext cx="18138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accent5"/>
                  </a:solidFill>
                  <a:latin typeface="Fira Sans"/>
                  <a:ea typeface="Fira Sans"/>
                  <a:cs typeface="Fira Sans"/>
                  <a:sym typeface="Fira Sans"/>
                </a:rPr>
                <a:t>Filosofía</a:t>
              </a:r>
              <a:endParaRPr sz="1800" b="1" dirty="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20A84F31-3727-1987-C38E-D39B29878CE3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B0B283B-7910-0001-00BA-2E161CB0F466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Descripción de </a:t>
            </a:r>
            <a:r>
              <a:rPr lang="es-419" dirty="0" err="1"/>
              <a:t>lae</a:t>
            </a:r>
            <a:r>
              <a:rPr lang="es-419" dirty="0"/>
              <a:t> empresa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64F1E06-3712-5621-5E72-8E550A8E6D9F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989D00-E636-1410-073E-92AAC82714EA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Estrategia comercial de la empresa</a:t>
            </a:r>
          </a:p>
        </p:txBody>
      </p:sp>
      <p:grpSp>
        <p:nvGrpSpPr>
          <p:cNvPr id="7" name="Google Shape;631;p27">
            <a:extLst>
              <a:ext uri="{FF2B5EF4-FFF2-40B4-BE49-F238E27FC236}">
                <a16:creationId xmlns:a16="http://schemas.microsoft.com/office/drawing/2014/main" id="{CD805800-C8EC-1671-A9FF-1EB43321565F}"/>
              </a:ext>
            </a:extLst>
          </p:cNvPr>
          <p:cNvGrpSpPr/>
          <p:nvPr/>
        </p:nvGrpSpPr>
        <p:grpSpPr>
          <a:xfrm>
            <a:off x="5718185" y="1272961"/>
            <a:ext cx="1091353" cy="1155417"/>
            <a:chOff x="542672" y="1476850"/>
            <a:chExt cx="2534869" cy="2218190"/>
          </a:xfrm>
        </p:grpSpPr>
        <p:sp>
          <p:nvSpPr>
            <p:cNvPr id="8" name="Google Shape;632;p27">
              <a:extLst>
                <a:ext uri="{FF2B5EF4-FFF2-40B4-BE49-F238E27FC236}">
                  <a16:creationId xmlns:a16="http://schemas.microsoft.com/office/drawing/2014/main" id="{A7BEF36F-F298-330A-1636-903EA4D2F8B6}"/>
                </a:ext>
              </a:extLst>
            </p:cNvPr>
            <p:cNvSpPr/>
            <p:nvPr/>
          </p:nvSpPr>
          <p:spPr>
            <a:xfrm>
              <a:off x="786675" y="1476850"/>
              <a:ext cx="2222593" cy="1267066"/>
            </a:xfrm>
            <a:custGeom>
              <a:avLst/>
              <a:gdLst/>
              <a:ahLst/>
              <a:cxnLst/>
              <a:rect l="l" t="t" r="r" b="b"/>
              <a:pathLst>
                <a:path w="32311" h="18420" extrusionOk="0">
                  <a:moveTo>
                    <a:pt x="0" y="0"/>
                  </a:moveTo>
                  <a:lnTo>
                    <a:pt x="7964" y="9210"/>
                  </a:lnTo>
                  <a:lnTo>
                    <a:pt x="0" y="18420"/>
                  </a:lnTo>
                  <a:lnTo>
                    <a:pt x="24347" y="18420"/>
                  </a:lnTo>
                  <a:lnTo>
                    <a:pt x="32311" y="9210"/>
                  </a:lnTo>
                  <a:lnTo>
                    <a:pt x="243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33;p27">
              <a:extLst>
                <a:ext uri="{FF2B5EF4-FFF2-40B4-BE49-F238E27FC236}">
                  <a16:creationId xmlns:a16="http://schemas.microsoft.com/office/drawing/2014/main" id="{E182A9F2-4BE4-0A8B-8A5B-F304D9575A7A}"/>
                </a:ext>
              </a:extLst>
            </p:cNvPr>
            <p:cNvSpPr/>
            <p:nvPr/>
          </p:nvSpPr>
          <p:spPr>
            <a:xfrm>
              <a:off x="1774455" y="2743857"/>
              <a:ext cx="69" cy="499810"/>
            </a:xfrm>
            <a:custGeom>
              <a:avLst/>
              <a:gdLst/>
              <a:ahLst/>
              <a:cxnLst/>
              <a:rect l="l" t="t" r="r" b="b"/>
              <a:pathLst>
                <a:path w="1" h="7266" fill="none" extrusionOk="0">
                  <a:moveTo>
                    <a:pt x="0" y="1"/>
                  </a:moveTo>
                  <a:lnTo>
                    <a:pt x="0" y="7265"/>
                  </a:lnTo>
                </a:path>
              </a:pathLst>
            </a:custGeom>
            <a:noFill/>
            <a:ln w="8350" cap="flat" cmpd="sng">
              <a:solidFill>
                <a:schemeClr val="dk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634;p27">
              <a:extLst>
                <a:ext uri="{FF2B5EF4-FFF2-40B4-BE49-F238E27FC236}">
                  <a16:creationId xmlns:a16="http://schemas.microsoft.com/office/drawing/2014/main" id="{E69396BE-6723-589A-6F50-8DB1520B2D10}"/>
                </a:ext>
              </a:extLst>
            </p:cNvPr>
            <p:cNvSpPr/>
            <p:nvPr/>
          </p:nvSpPr>
          <p:spPr>
            <a:xfrm flipV="1">
              <a:off x="1523517" y="2891013"/>
              <a:ext cx="499809" cy="352590"/>
            </a:xfrm>
            <a:custGeom>
              <a:avLst/>
              <a:gdLst/>
              <a:ahLst/>
              <a:cxnLst/>
              <a:rect l="l" t="t" r="r" b="b"/>
              <a:pathLst>
                <a:path w="7266" h="1" fill="none" extrusionOk="0">
                  <a:moveTo>
                    <a:pt x="7266" y="0"/>
                  </a:moveTo>
                  <a:lnTo>
                    <a:pt x="1" y="0"/>
                  </a:lnTo>
                </a:path>
              </a:pathLst>
            </a:custGeom>
            <a:noFill/>
            <a:ln w="8350" cap="flat" cmpd="sng">
              <a:solidFill>
                <a:schemeClr val="dk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635;p27">
              <a:extLst>
                <a:ext uri="{FF2B5EF4-FFF2-40B4-BE49-F238E27FC236}">
                  <a16:creationId xmlns:a16="http://schemas.microsoft.com/office/drawing/2014/main" id="{613D510E-F763-F45D-9E30-D9871969AD62}"/>
                </a:ext>
              </a:extLst>
            </p:cNvPr>
            <p:cNvSpPr txBox="1"/>
            <p:nvPr/>
          </p:nvSpPr>
          <p:spPr>
            <a:xfrm>
              <a:off x="542672" y="3247139"/>
              <a:ext cx="2534869" cy="4479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dirty="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Carpintería metálica</a:t>
              </a:r>
              <a:endParaRPr sz="9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13" name="Google Shape;637;p27">
              <a:extLst>
                <a:ext uri="{FF2B5EF4-FFF2-40B4-BE49-F238E27FC236}">
                  <a16:creationId xmlns:a16="http://schemas.microsoft.com/office/drawing/2014/main" id="{B080D33C-E4D6-21C7-393B-58225C9EA5A6}"/>
                </a:ext>
              </a:extLst>
            </p:cNvPr>
            <p:cNvGrpSpPr/>
            <p:nvPr/>
          </p:nvGrpSpPr>
          <p:grpSpPr>
            <a:xfrm>
              <a:off x="1649220" y="1860477"/>
              <a:ext cx="497513" cy="499811"/>
              <a:chOff x="1649220" y="1860477"/>
              <a:chExt cx="497513" cy="499811"/>
            </a:xfrm>
          </p:grpSpPr>
          <p:sp>
            <p:nvSpPr>
              <p:cNvPr id="14" name="Google Shape;638;p27">
                <a:extLst>
                  <a:ext uri="{FF2B5EF4-FFF2-40B4-BE49-F238E27FC236}">
                    <a16:creationId xmlns:a16="http://schemas.microsoft.com/office/drawing/2014/main" id="{0A7C64D8-2B21-DB99-87B4-1C8EFED949DF}"/>
                  </a:ext>
                </a:extLst>
              </p:cNvPr>
              <p:cNvSpPr/>
              <p:nvPr/>
            </p:nvSpPr>
            <p:spPr>
              <a:xfrm>
                <a:off x="1732344" y="1860477"/>
                <a:ext cx="325561" cy="499811"/>
              </a:xfrm>
              <a:custGeom>
                <a:avLst/>
                <a:gdLst/>
                <a:ahLst/>
                <a:cxnLst/>
                <a:rect l="l" t="t" r="r" b="b"/>
                <a:pathLst>
                  <a:path w="7649" h="11743" extrusionOk="0">
                    <a:moveTo>
                      <a:pt x="3813" y="684"/>
                    </a:moveTo>
                    <a:cubicBezTo>
                      <a:pt x="5545" y="684"/>
                      <a:pt x="6900" y="2039"/>
                      <a:pt x="6900" y="3740"/>
                    </a:cubicBezTo>
                    <a:cubicBezTo>
                      <a:pt x="6931" y="4780"/>
                      <a:pt x="6553" y="5347"/>
                      <a:pt x="6270" y="5788"/>
                    </a:cubicBezTo>
                    <a:cubicBezTo>
                      <a:pt x="5797" y="6544"/>
                      <a:pt x="5608" y="6922"/>
                      <a:pt x="5608" y="7930"/>
                    </a:cubicBezTo>
                    <a:cubicBezTo>
                      <a:pt x="5608" y="8119"/>
                      <a:pt x="5451" y="8277"/>
                      <a:pt x="5230" y="8277"/>
                    </a:cubicBezTo>
                    <a:lnTo>
                      <a:pt x="2489" y="8277"/>
                    </a:lnTo>
                    <a:cubicBezTo>
                      <a:pt x="2300" y="8277"/>
                      <a:pt x="2143" y="8119"/>
                      <a:pt x="2143" y="7930"/>
                    </a:cubicBezTo>
                    <a:cubicBezTo>
                      <a:pt x="2143" y="6922"/>
                      <a:pt x="1922" y="6576"/>
                      <a:pt x="1450" y="5820"/>
                    </a:cubicBezTo>
                    <a:cubicBezTo>
                      <a:pt x="1198" y="5347"/>
                      <a:pt x="567" y="4528"/>
                      <a:pt x="788" y="3205"/>
                    </a:cubicBezTo>
                    <a:cubicBezTo>
                      <a:pt x="1040" y="1819"/>
                      <a:pt x="2237" y="684"/>
                      <a:pt x="3813" y="684"/>
                    </a:cubicBezTo>
                    <a:close/>
                    <a:moveTo>
                      <a:pt x="4852" y="8907"/>
                    </a:moveTo>
                    <a:lnTo>
                      <a:pt x="4852" y="9569"/>
                    </a:lnTo>
                    <a:lnTo>
                      <a:pt x="4506" y="9569"/>
                    </a:lnTo>
                    <a:cubicBezTo>
                      <a:pt x="4285" y="9569"/>
                      <a:pt x="4128" y="9726"/>
                      <a:pt x="4128" y="9915"/>
                    </a:cubicBezTo>
                    <a:cubicBezTo>
                      <a:pt x="4128" y="10136"/>
                      <a:pt x="4285" y="10293"/>
                      <a:pt x="4506" y="10293"/>
                    </a:cubicBezTo>
                    <a:lnTo>
                      <a:pt x="4852" y="10293"/>
                    </a:lnTo>
                    <a:lnTo>
                      <a:pt x="4852" y="10640"/>
                    </a:lnTo>
                    <a:cubicBezTo>
                      <a:pt x="4884" y="10829"/>
                      <a:pt x="4726" y="10986"/>
                      <a:pt x="4537" y="10986"/>
                    </a:cubicBezTo>
                    <a:lnTo>
                      <a:pt x="3151" y="10986"/>
                    </a:lnTo>
                    <a:cubicBezTo>
                      <a:pt x="2962" y="10986"/>
                      <a:pt x="2804" y="10829"/>
                      <a:pt x="2804" y="10640"/>
                    </a:cubicBezTo>
                    <a:lnTo>
                      <a:pt x="2804" y="10293"/>
                    </a:lnTo>
                    <a:lnTo>
                      <a:pt x="3151" y="10293"/>
                    </a:lnTo>
                    <a:cubicBezTo>
                      <a:pt x="3371" y="10293"/>
                      <a:pt x="3529" y="10136"/>
                      <a:pt x="3529" y="9915"/>
                    </a:cubicBezTo>
                    <a:cubicBezTo>
                      <a:pt x="3529" y="9726"/>
                      <a:pt x="3371" y="9569"/>
                      <a:pt x="3151" y="9569"/>
                    </a:cubicBezTo>
                    <a:lnTo>
                      <a:pt x="2804" y="9569"/>
                    </a:lnTo>
                    <a:lnTo>
                      <a:pt x="2804" y="8907"/>
                    </a:lnTo>
                    <a:close/>
                    <a:moveTo>
                      <a:pt x="3897" y="1"/>
                    </a:moveTo>
                    <a:cubicBezTo>
                      <a:pt x="3632" y="1"/>
                      <a:pt x="3361" y="28"/>
                      <a:pt x="3088" y="86"/>
                    </a:cubicBezTo>
                    <a:cubicBezTo>
                      <a:pt x="1607" y="401"/>
                      <a:pt x="441" y="1566"/>
                      <a:pt x="158" y="3079"/>
                    </a:cubicBezTo>
                    <a:cubicBezTo>
                      <a:pt x="0" y="3992"/>
                      <a:pt x="158" y="4969"/>
                      <a:pt x="631" y="5757"/>
                    </a:cubicBezTo>
                    <a:cubicBezTo>
                      <a:pt x="757" y="5914"/>
                      <a:pt x="820" y="6072"/>
                      <a:pt x="914" y="6229"/>
                    </a:cubicBezTo>
                    <a:cubicBezTo>
                      <a:pt x="1355" y="6891"/>
                      <a:pt x="1450" y="7143"/>
                      <a:pt x="1450" y="7962"/>
                    </a:cubicBezTo>
                    <a:cubicBezTo>
                      <a:pt x="1450" y="8403"/>
                      <a:pt x="1733" y="8781"/>
                      <a:pt x="2143" y="8939"/>
                    </a:cubicBezTo>
                    <a:lnTo>
                      <a:pt x="2143" y="10703"/>
                    </a:lnTo>
                    <a:cubicBezTo>
                      <a:pt x="2143" y="11270"/>
                      <a:pt x="2615" y="11743"/>
                      <a:pt x="3151" y="11743"/>
                    </a:cubicBezTo>
                    <a:lnTo>
                      <a:pt x="4537" y="11743"/>
                    </a:lnTo>
                    <a:cubicBezTo>
                      <a:pt x="5073" y="11743"/>
                      <a:pt x="5545" y="11270"/>
                      <a:pt x="5545" y="10703"/>
                    </a:cubicBezTo>
                    <a:lnTo>
                      <a:pt x="5545" y="8939"/>
                    </a:lnTo>
                    <a:cubicBezTo>
                      <a:pt x="5955" y="8781"/>
                      <a:pt x="6238" y="8435"/>
                      <a:pt x="6238" y="7962"/>
                    </a:cubicBezTo>
                    <a:lnTo>
                      <a:pt x="6238" y="7930"/>
                    </a:lnTo>
                    <a:cubicBezTo>
                      <a:pt x="6238" y="7143"/>
                      <a:pt x="6427" y="6828"/>
                      <a:pt x="6805" y="6229"/>
                    </a:cubicBezTo>
                    <a:cubicBezTo>
                      <a:pt x="7089" y="5788"/>
                      <a:pt x="7593" y="5032"/>
                      <a:pt x="7593" y="3835"/>
                    </a:cubicBezTo>
                    <a:cubicBezTo>
                      <a:pt x="7649" y="1658"/>
                      <a:pt x="5950" y="1"/>
                      <a:pt x="389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639;p27">
                <a:extLst>
                  <a:ext uri="{FF2B5EF4-FFF2-40B4-BE49-F238E27FC236}">
                    <a16:creationId xmlns:a16="http://schemas.microsoft.com/office/drawing/2014/main" id="{5AA33876-0A61-2650-BC25-D7C8A497C426}"/>
                  </a:ext>
                </a:extLst>
              </p:cNvPr>
              <p:cNvSpPr/>
              <p:nvPr/>
            </p:nvSpPr>
            <p:spPr>
              <a:xfrm>
                <a:off x="2087699" y="2007573"/>
                <a:ext cx="59034" cy="309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cubicBezTo>
                      <a:pt x="0" y="568"/>
                      <a:pt x="158" y="725"/>
                      <a:pt x="347" y="725"/>
                    </a:cubicBezTo>
                    <a:lnTo>
                      <a:pt x="1040" y="725"/>
                    </a:lnTo>
                    <a:cubicBezTo>
                      <a:pt x="1229" y="725"/>
                      <a:pt x="1386" y="568"/>
                      <a:pt x="1386" y="379"/>
                    </a:cubicBezTo>
                    <a:cubicBezTo>
                      <a:pt x="1386" y="158"/>
                      <a:pt x="1229" y="1"/>
                      <a:pt x="10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640;p27">
                <a:extLst>
                  <a:ext uri="{FF2B5EF4-FFF2-40B4-BE49-F238E27FC236}">
                    <a16:creationId xmlns:a16="http://schemas.microsoft.com/office/drawing/2014/main" id="{6EAC08F5-FDCD-7A22-5430-4C05C80F11A6}"/>
                  </a:ext>
                </a:extLst>
              </p:cNvPr>
              <p:cNvSpPr/>
              <p:nvPr/>
            </p:nvSpPr>
            <p:spPr>
              <a:xfrm>
                <a:off x="1649220" y="2007573"/>
                <a:ext cx="59034" cy="309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cubicBezTo>
                      <a:pt x="0" y="568"/>
                      <a:pt x="158" y="725"/>
                      <a:pt x="347" y="725"/>
                    </a:cubicBezTo>
                    <a:lnTo>
                      <a:pt x="1008" y="725"/>
                    </a:lnTo>
                    <a:cubicBezTo>
                      <a:pt x="1197" y="694"/>
                      <a:pt x="1386" y="536"/>
                      <a:pt x="1386" y="379"/>
                    </a:cubicBezTo>
                    <a:cubicBezTo>
                      <a:pt x="1386" y="158"/>
                      <a:pt x="1197" y="1"/>
                      <a:pt x="100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641;p27">
                <a:extLst>
                  <a:ext uri="{FF2B5EF4-FFF2-40B4-BE49-F238E27FC236}">
                    <a16:creationId xmlns:a16="http://schemas.microsoft.com/office/drawing/2014/main" id="{037008A1-46DA-2600-A503-55343452F37A}"/>
                  </a:ext>
                </a:extLst>
              </p:cNvPr>
              <p:cNvSpPr/>
              <p:nvPr/>
            </p:nvSpPr>
            <p:spPr>
              <a:xfrm>
                <a:off x="2058203" y="1889760"/>
                <a:ext cx="60354" cy="452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063" extrusionOk="0">
                    <a:moveTo>
                      <a:pt x="992" y="1"/>
                    </a:moveTo>
                    <a:cubicBezTo>
                      <a:pt x="931" y="1"/>
                      <a:pt x="870" y="19"/>
                      <a:pt x="819" y="59"/>
                    </a:cubicBezTo>
                    <a:lnTo>
                      <a:pt x="221" y="406"/>
                    </a:lnTo>
                    <a:cubicBezTo>
                      <a:pt x="63" y="500"/>
                      <a:pt x="0" y="721"/>
                      <a:pt x="95" y="878"/>
                    </a:cubicBezTo>
                    <a:cubicBezTo>
                      <a:pt x="159" y="985"/>
                      <a:pt x="295" y="1063"/>
                      <a:pt x="415" y="1063"/>
                    </a:cubicBezTo>
                    <a:cubicBezTo>
                      <a:pt x="473" y="1063"/>
                      <a:pt x="527" y="1045"/>
                      <a:pt x="567" y="1005"/>
                    </a:cubicBezTo>
                    <a:lnTo>
                      <a:pt x="1166" y="658"/>
                    </a:lnTo>
                    <a:cubicBezTo>
                      <a:pt x="1323" y="563"/>
                      <a:pt x="1418" y="343"/>
                      <a:pt x="1292" y="185"/>
                    </a:cubicBezTo>
                    <a:cubicBezTo>
                      <a:pt x="1249" y="79"/>
                      <a:pt x="1120" y="1"/>
                      <a:pt x="9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642;p27">
                <a:extLst>
                  <a:ext uri="{FF2B5EF4-FFF2-40B4-BE49-F238E27FC236}">
                    <a16:creationId xmlns:a16="http://schemas.microsoft.com/office/drawing/2014/main" id="{F0B892EF-F723-3BC0-572C-6740D07B4580}"/>
                  </a:ext>
                </a:extLst>
              </p:cNvPr>
              <p:cNvSpPr/>
              <p:nvPr/>
            </p:nvSpPr>
            <p:spPr>
              <a:xfrm>
                <a:off x="1677354" y="2110276"/>
                <a:ext cx="60396" cy="44648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1049" extrusionOk="0">
                    <a:moveTo>
                      <a:pt x="1005" y="1"/>
                    </a:moveTo>
                    <a:cubicBezTo>
                      <a:pt x="944" y="1"/>
                      <a:pt x="880" y="15"/>
                      <a:pt x="820" y="45"/>
                    </a:cubicBezTo>
                    <a:lnTo>
                      <a:pt x="221" y="392"/>
                    </a:lnTo>
                    <a:cubicBezTo>
                      <a:pt x="64" y="486"/>
                      <a:pt x="1" y="707"/>
                      <a:pt x="127" y="864"/>
                    </a:cubicBezTo>
                    <a:cubicBezTo>
                      <a:pt x="169" y="971"/>
                      <a:pt x="299" y="1049"/>
                      <a:pt x="427" y="1049"/>
                    </a:cubicBezTo>
                    <a:cubicBezTo>
                      <a:pt x="488" y="1049"/>
                      <a:pt x="548" y="1031"/>
                      <a:pt x="599" y="990"/>
                    </a:cubicBezTo>
                    <a:lnTo>
                      <a:pt x="1166" y="644"/>
                    </a:lnTo>
                    <a:cubicBezTo>
                      <a:pt x="1324" y="549"/>
                      <a:pt x="1418" y="329"/>
                      <a:pt x="1292" y="171"/>
                    </a:cubicBezTo>
                    <a:cubicBezTo>
                      <a:pt x="1250" y="64"/>
                      <a:pt x="1134" y="1"/>
                      <a:pt x="10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643;p27">
                <a:extLst>
                  <a:ext uri="{FF2B5EF4-FFF2-40B4-BE49-F238E27FC236}">
                    <a16:creationId xmlns:a16="http://schemas.microsoft.com/office/drawing/2014/main" id="{B5BCF8AD-318F-11F2-2603-542BED3B1E28}"/>
                  </a:ext>
                </a:extLst>
              </p:cNvPr>
              <p:cNvSpPr/>
              <p:nvPr/>
            </p:nvSpPr>
            <p:spPr>
              <a:xfrm>
                <a:off x="2059522" y="2110276"/>
                <a:ext cx="59034" cy="43456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1021" extrusionOk="0">
                    <a:moveTo>
                      <a:pt x="378" y="1"/>
                    </a:moveTo>
                    <a:cubicBezTo>
                      <a:pt x="264" y="1"/>
                      <a:pt x="149" y="64"/>
                      <a:pt x="64" y="171"/>
                    </a:cubicBezTo>
                    <a:cubicBezTo>
                      <a:pt x="1" y="329"/>
                      <a:pt x="32" y="518"/>
                      <a:pt x="190" y="644"/>
                    </a:cubicBezTo>
                    <a:lnTo>
                      <a:pt x="788" y="990"/>
                    </a:lnTo>
                    <a:cubicBezTo>
                      <a:pt x="838" y="1010"/>
                      <a:pt x="891" y="1021"/>
                      <a:pt x="944" y="1021"/>
                    </a:cubicBezTo>
                    <a:cubicBezTo>
                      <a:pt x="1059" y="1021"/>
                      <a:pt x="1175" y="972"/>
                      <a:pt x="1261" y="864"/>
                    </a:cubicBezTo>
                    <a:cubicBezTo>
                      <a:pt x="1387" y="675"/>
                      <a:pt x="1292" y="486"/>
                      <a:pt x="1135" y="392"/>
                    </a:cubicBezTo>
                    <a:lnTo>
                      <a:pt x="536" y="45"/>
                    </a:lnTo>
                    <a:cubicBezTo>
                      <a:pt x="486" y="15"/>
                      <a:pt x="432" y="1"/>
                      <a:pt x="37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644;p27">
                <a:extLst>
                  <a:ext uri="{FF2B5EF4-FFF2-40B4-BE49-F238E27FC236}">
                    <a16:creationId xmlns:a16="http://schemas.microsoft.com/office/drawing/2014/main" id="{89550496-C625-E140-952F-1EC53094CCAE}"/>
                  </a:ext>
                </a:extLst>
              </p:cNvPr>
              <p:cNvSpPr/>
              <p:nvPr/>
            </p:nvSpPr>
            <p:spPr>
              <a:xfrm>
                <a:off x="1678716" y="1890951"/>
                <a:ext cx="59034" cy="43456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1021" extrusionOk="0">
                    <a:moveTo>
                      <a:pt x="405" y="1"/>
                    </a:moveTo>
                    <a:cubicBezTo>
                      <a:pt x="283" y="1"/>
                      <a:pt x="159" y="50"/>
                      <a:pt x="95" y="157"/>
                    </a:cubicBezTo>
                    <a:cubicBezTo>
                      <a:pt x="0" y="315"/>
                      <a:pt x="63" y="504"/>
                      <a:pt x="221" y="630"/>
                    </a:cubicBezTo>
                    <a:lnTo>
                      <a:pt x="788" y="977"/>
                    </a:lnTo>
                    <a:cubicBezTo>
                      <a:pt x="838" y="1007"/>
                      <a:pt x="895" y="1021"/>
                      <a:pt x="953" y="1021"/>
                    </a:cubicBezTo>
                    <a:cubicBezTo>
                      <a:pt x="1074" y="1021"/>
                      <a:pt x="1196" y="958"/>
                      <a:pt x="1260" y="850"/>
                    </a:cubicBezTo>
                    <a:cubicBezTo>
                      <a:pt x="1386" y="693"/>
                      <a:pt x="1292" y="504"/>
                      <a:pt x="1134" y="378"/>
                    </a:cubicBezTo>
                    <a:lnTo>
                      <a:pt x="567" y="31"/>
                    </a:lnTo>
                    <a:cubicBezTo>
                      <a:pt x="517" y="11"/>
                      <a:pt x="461" y="1"/>
                      <a:pt x="4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645;p27">
                <a:extLst>
                  <a:ext uri="{FF2B5EF4-FFF2-40B4-BE49-F238E27FC236}">
                    <a16:creationId xmlns:a16="http://schemas.microsoft.com/office/drawing/2014/main" id="{5E32A210-B593-1488-E1F5-73303A5666D5}"/>
                  </a:ext>
                </a:extLst>
              </p:cNvPr>
              <p:cNvSpPr/>
              <p:nvPr/>
            </p:nvSpPr>
            <p:spPr>
              <a:xfrm>
                <a:off x="1810106" y="1921298"/>
                <a:ext cx="174379" cy="26065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6124" extrusionOk="0">
                    <a:moveTo>
                      <a:pt x="1733" y="1492"/>
                    </a:moveTo>
                    <a:lnTo>
                      <a:pt x="1733" y="2343"/>
                    </a:lnTo>
                    <a:cubicBezTo>
                      <a:pt x="1733" y="2500"/>
                      <a:pt x="1796" y="2626"/>
                      <a:pt x="1922" y="2658"/>
                    </a:cubicBezTo>
                    <a:lnTo>
                      <a:pt x="3246" y="3225"/>
                    </a:lnTo>
                    <a:lnTo>
                      <a:pt x="2395" y="4611"/>
                    </a:lnTo>
                    <a:lnTo>
                      <a:pt x="2395" y="3729"/>
                    </a:lnTo>
                    <a:cubicBezTo>
                      <a:pt x="2395" y="3572"/>
                      <a:pt x="2332" y="3445"/>
                      <a:pt x="2206" y="3414"/>
                    </a:cubicBezTo>
                    <a:lnTo>
                      <a:pt x="851" y="2878"/>
                    </a:lnTo>
                    <a:lnTo>
                      <a:pt x="1733" y="1492"/>
                    </a:lnTo>
                    <a:close/>
                    <a:moveTo>
                      <a:pt x="2038" y="0"/>
                    </a:moveTo>
                    <a:cubicBezTo>
                      <a:pt x="1919" y="0"/>
                      <a:pt x="1814" y="47"/>
                      <a:pt x="1765" y="169"/>
                    </a:cubicBezTo>
                    <a:lnTo>
                      <a:pt x="64" y="2941"/>
                    </a:lnTo>
                    <a:cubicBezTo>
                      <a:pt x="32" y="3004"/>
                      <a:pt x="1" y="3130"/>
                      <a:pt x="32" y="3225"/>
                    </a:cubicBezTo>
                    <a:cubicBezTo>
                      <a:pt x="64" y="3288"/>
                      <a:pt x="158" y="3382"/>
                      <a:pt x="221" y="3414"/>
                    </a:cubicBezTo>
                    <a:lnTo>
                      <a:pt x="1733" y="4013"/>
                    </a:lnTo>
                    <a:lnTo>
                      <a:pt x="1733" y="5808"/>
                    </a:lnTo>
                    <a:cubicBezTo>
                      <a:pt x="1733" y="5966"/>
                      <a:pt x="1859" y="6092"/>
                      <a:pt x="1954" y="6123"/>
                    </a:cubicBezTo>
                    <a:lnTo>
                      <a:pt x="2049" y="6123"/>
                    </a:lnTo>
                    <a:cubicBezTo>
                      <a:pt x="2143" y="6123"/>
                      <a:pt x="2269" y="6092"/>
                      <a:pt x="2301" y="5966"/>
                    </a:cubicBezTo>
                    <a:lnTo>
                      <a:pt x="4002" y="3225"/>
                    </a:lnTo>
                    <a:cubicBezTo>
                      <a:pt x="4033" y="3130"/>
                      <a:pt x="4096" y="3004"/>
                      <a:pt x="4033" y="2941"/>
                    </a:cubicBezTo>
                    <a:cubicBezTo>
                      <a:pt x="4033" y="2878"/>
                      <a:pt x="3970" y="2784"/>
                      <a:pt x="3907" y="2752"/>
                    </a:cubicBezTo>
                    <a:lnTo>
                      <a:pt x="2395" y="2154"/>
                    </a:lnTo>
                    <a:lnTo>
                      <a:pt x="2395" y="358"/>
                    </a:lnTo>
                    <a:cubicBezTo>
                      <a:pt x="2395" y="169"/>
                      <a:pt x="2269" y="74"/>
                      <a:pt x="2143" y="11"/>
                    </a:cubicBezTo>
                    <a:cubicBezTo>
                      <a:pt x="2108" y="4"/>
                      <a:pt x="2072" y="0"/>
                      <a:pt x="2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" name="Google Shape;646;p27">
            <a:extLst>
              <a:ext uri="{FF2B5EF4-FFF2-40B4-BE49-F238E27FC236}">
                <a16:creationId xmlns:a16="http://schemas.microsoft.com/office/drawing/2014/main" id="{EAEB2D5A-5A9A-5426-563A-5E3B6C1A3C66}"/>
              </a:ext>
            </a:extLst>
          </p:cNvPr>
          <p:cNvGrpSpPr/>
          <p:nvPr/>
        </p:nvGrpSpPr>
        <p:grpSpPr>
          <a:xfrm>
            <a:off x="7352961" y="1275806"/>
            <a:ext cx="994789" cy="1155186"/>
            <a:chOff x="4234843" y="1476850"/>
            <a:chExt cx="2545929" cy="2252874"/>
          </a:xfrm>
        </p:grpSpPr>
        <p:sp>
          <p:nvSpPr>
            <p:cNvPr id="23" name="Google Shape;647;p27">
              <a:extLst>
                <a:ext uri="{FF2B5EF4-FFF2-40B4-BE49-F238E27FC236}">
                  <a16:creationId xmlns:a16="http://schemas.microsoft.com/office/drawing/2014/main" id="{1761D925-7C21-0B08-616C-608EAFC0C0BF}"/>
                </a:ext>
              </a:extLst>
            </p:cNvPr>
            <p:cNvSpPr/>
            <p:nvPr/>
          </p:nvSpPr>
          <p:spPr>
            <a:xfrm>
              <a:off x="4397544" y="1476850"/>
              <a:ext cx="2220529" cy="1267066"/>
            </a:xfrm>
            <a:custGeom>
              <a:avLst/>
              <a:gdLst/>
              <a:ahLst/>
              <a:cxnLst/>
              <a:rect l="l" t="t" r="r" b="b"/>
              <a:pathLst>
                <a:path w="32281" h="18420" extrusionOk="0">
                  <a:moveTo>
                    <a:pt x="1" y="0"/>
                  </a:moveTo>
                  <a:lnTo>
                    <a:pt x="7934" y="9210"/>
                  </a:lnTo>
                  <a:lnTo>
                    <a:pt x="1" y="18420"/>
                  </a:lnTo>
                  <a:lnTo>
                    <a:pt x="24348" y="18420"/>
                  </a:lnTo>
                  <a:lnTo>
                    <a:pt x="32281" y="9210"/>
                  </a:lnTo>
                  <a:lnTo>
                    <a:pt x="24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648;p27">
              <a:extLst>
                <a:ext uri="{FF2B5EF4-FFF2-40B4-BE49-F238E27FC236}">
                  <a16:creationId xmlns:a16="http://schemas.microsoft.com/office/drawing/2014/main" id="{672FD8C3-0D11-ACE7-F644-0B5ADAFE7E0D}"/>
                </a:ext>
              </a:extLst>
            </p:cNvPr>
            <p:cNvSpPr/>
            <p:nvPr/>
          </p:nvSpPr>
          <p:spPr>
            <a:xfrm>
              <a:off x="5132632" y="3243601"/>
              <a:ext cx="499810" cy="69"/>
            </a:xfrm>
            <a:custGeom>
              <a:avLst/>
              <a:gdLst/>
              <a:ahLst/>
              <a:cxnLst/>
              <a:rect l="l" t="t" r="r" b="b"/>
              <a:pathLst>
                <a:path w="7266" h="1" fill="none" extrusionOk="0">
                  <a:moveTo>
                    <a:pt x="7265" y="0"/>
                  </a:moveTo>
                  <a:lnTo>
                    <a:pt x="1" y="0"/>
                  </a:lnTo>
                </a:path>
              </a:pathLst>
            </a:custGeom>
            <a:noFill/>
            <a:ln w="83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649;p27">
              <a:extLst>
                <a:ext uri="{FF2B5EF4-FFF2-40B4-BE49-F238E27FC236}">
                  <a16:creationId xmlns:a16="http://schemas.microsoft.com/office/drawing/2014/main" id="{88282C56-3C3F-ECAD-2DE8-D211AF367563}"/>
                </a:ext>
              </a:extLst>
            </p:cNvPr>
            <p:cNvSpPr/>
            <p:nvPr/>
          </p:nvSpPr>
          <p:spPr>
            <a:xfrm>
              <a:off x="5381437" y="2743857"/>
              <a:ext cx="69" cy="499810"/>
            </a:xfrm>
            <a:custGeom>
              <a:avLst/>
              <a:gdLst/>
              <a:ahLst/>
              <a:cxnLst/>
              <a:rect l="l" t="t" r="r" b="b"/>
              <a:pathLst>
                <a:path w="1" h="7266" fill="none" extrusionOk="0">
                  <a:moveTo>
                    <a:pt x="1" y="1"/>
                  </a:moveTo>
                  <a:lnTo>
                    <a:pt x="1" y="7265"/>
                  </a:lnTo>
                </a:path>
              </a:pathLst>
            </a:custGeom>
            <a:noFill/>
            <a:ln w="83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50;p27">
              <a:extLst>
                <a:ext uri="{FF2B5EF4-FFF2-40B4-BE49-F238E27FC236}">
                  <a16:creationId xmlns:a16="http://schemas.microsoft.com/office/drawing/2014/main" id="{363258DB-A67F-C003-FE67-F9F928DA593D}"/>
                </a:ext>
              </a:extLst>
            </p:cNvPr>
            <p:cNvSpPr txBox="1"/>
            <p:nvPr/>
          </p:nvSpPr>
          <p:spPr>
            <a:xfrm>
              <a:off x="4234843" y="3281823"/>
              <a:ext cx="2545929" cy="4479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Infraestructura vial</a:t>
              </a:r>
              <a:endParaRPr sz="9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28" name="Google Shape;652;p27">
              <a:extLst>
                <a:ext uri="{FF2B5EF4-FFF2-40B4-BE49-F238E27FC236}">
                  <a16:creationId xmlns:a16="http://schemas.microsoft.com/office/drawing/2014/main" id="{0931C27F-AC8E-8581-359A-9961DA50EB04}"/>
                </a:ext>
              </a:extLst>
            </p:cNvPr>
            <p:cNvSpPr/>
            <p:nvPr/>
          </p:nvSpPr>
          <p:spPr>
            <a:xfrm>
              <a:off x="5338944" y="1850476"/>
              <a:ext cx="436646" cy="435494"/>
            </a:xfrm>
            <a:custGeom>
              <a:avLst/>
              <a:gdLst/>
              <a:ahLst/>
              <a:cxnLst/>
              <a:rect l="l" t="t" r="r" b="b"/>
              <a:pathLst>
                <a:path w="11752" h="11721" extrusionOk="0">
                  <a:moveTo>
                    <a:pt x="6490" y="662"/>
                  </a:moveTo>
                  <a:cubicBezTo>
                    <a:pt x="6711" y="662"/>
                    <a:pt x="6868" y="820"/>
                    <a:pt x="6868" y="1009"/>
                  </a:cubicBezTo>
                  <a:lnTo>
                    <a:pt x="6868" y="1355"/>
                  </a:lnTo>
                  <a:lnTo>
                    <a:pt x="5167" y="1355"/>
                  </a:lnTo>
                  <a:cubicBezTo>
                    <a:pt x="4600" y="1355"/>
                    <a:pt x="4127" y="1828"/>
                    <a:pt x="4127" y="2395"/>
                  </a:cubicBezTo>
                  <a:lnTo>
                    <a:pt x="4127" y="2773"/>
                  </a:lnTo>
                  <a:lnTo>
                    <a:pt x="3088" y="2773"/>
                  </a:lnTo>
                  <a:cubicBezTo>
                    <a:pt x="2993" y="2773"/>
                    <a:pt x="2867" y="2836"/>
                    <a:pt x="2836" y="2899"/>
                  </a:cubicBezTo>
                  <a:lnTo>
                    <a:pt x="2048" y="3687"/>
                  </a:lnTo>
                  <a:lnTo>
                    <a:pt x="2048" y="3151"/>
                  </a:lnTo>
                  <a:cubicBezTo>
                    <a:pt x="2048" y="2931"/>
                    <a:pt x="1891" y="2773"/>
                    <a:pt x="1702" y="2773"/>
                  </a:cubicBezTo>
                  <a:lnTo>
                    <a:pt x="1040" y="2773"/>
                  </a:lnTo>
                  <a:cubicBezTo>
                    <a:pt x="819" y="2773"/>
                    <a:pt x="662" y="2616"/>
                    <a:pt x="662" y="2427"/>
                  </a:cubicBezTo>
                  <a:lnTo>
                    <a:pt x="662" y="1009"/>
                  </a:lnTo>
                  <a:cubicBezTo>
                    <a:pt x="662" y="820"/>
                    <a:pt x="819" y="662"/>
                    <a:pt x="1040" y="662"/>
                  </a:cubicBezTo>
                  <a:close/>
                  <a:moveTo>
                    <a:pt x="10649" y="1986"/>
                  </a:moveTo>
                  <a:cubicBezTo>
                    <a:pt x="10838" y="1986"/>
                    <a:pt x="10995" y="2143"/>
                    <a:pt x="10995" y="2364"/>
                  </a:cubicBezTo>
                  <a:lnTo>
                    <a:pt x="10995" y="3781"/>
                  </a:lnTo>
                  <a:cubicBezTo>
                    <a:pt x="10995" y="3970"/>
                    <a:pt x="10838" y="4128"/>
                    <a:pt x="10649" y="4128"/>
                  </a:cubicBezTo>
                  <a:lnTo>
                    <a:pt x="8601" y="4128"/>
                  </a:lnTo>
                  <a:cubicBezTo>
                    <a:pt x="8412" y="4128"/>
                    <a:pt x="8255" y="4285"/>
                    <a:pt x="8255" y="4474"/>
                  </a:cubicBezTo>
                  <a:lnTo>
                    <a:pt x="8255" y="5041"/>
                  </a:lnTo>
                  <a:lnTo>
                    <a:pt x="7404" y="4191"/>
                  </a:lnTo>
                  <a:cubicBezTo>
                    <a:pt x="7372" y="4159"/>
                    <a:pt x="7246" y="4128"/>
                    <a:pt x="7183" y="4128"/>
                  </a:cubicBezTo>
                  <a:lnTo>
                    <a:pt x="5136" y="4128"/>
                  </a:lnTo>
                  <a:cubicBezTo>
                    <a:pt x="4947" y="4128"/>
                    <a:pt x="4789" y="3970"/>
                    <a:pt x="4789" y="3781"/>
                  </a:cubicBezTo>
                  <a:lnTo>
                    <a:pt x="4789" y="2364"/>
                  </a:lnTo>
                  <a:cubicBezTo>
                    <a:pt x="4789" y="2143"/>
                    <a:pt x="4947" y="1986"/>
                    <a:pt x="5136" y="1986"/>
                  </a:cubicBezTo>
                  <a:close/>
                  <a:moveTo>
                    <a:pt x="3088" y="6207"/>
                  </a:moveTo>
                  <a:cubicBezTo>
                    <a:pt x="3623" y="6207"/>
                    <a:pt x="4096" y="6680"/>
                    <a:pt x="4096" y="7247"/>
                  </a:cubicBezTo>
                  <a:cubicBezTo>
                    <a:pt x="4096" y="7782"/>
                    <a:pt x="3623" y="8255"/>
                    <a:pt x="3088" y="8255"/>
                  </a:cubicBezTo>
                  <a:cubicBezTo>
                    <a:pt x="2521" y="8255"/>
                    <a:pt x="2048" y="7782"/>
                    <a:pt x="2048" y="7247"/>
                  </a:cubicBezTo>
                  <a:cubicBezTo>
                    <a:pt x="2048" y="6648"/>
                    <a:pt x="2489" y="6207"/>
                    <a:pt x="3088" y="6207"/>
                  </a:cubicBezTo>
                  <a:close/>
                  <a:moveTo>
                    <a:pt x="8601" y="6207"/>
                  </a:moveTo>
                  <a:cubicBezTo>
                    <a:pt x="9137" y="6207"/>
                    <a:pt x="9609" y="6648"/>
                    <a:pt x="9609" y="7247"/>
                  </a:cubicBezTo>
                  <a:cubicBezTo>
                    <a:pt x="9609" y="7782"/>
                    <a:pt x="9137" y="8255"/>
                    <a:pt x="8601" y="8255"/>
                  </a:cubicBezTo>
                  <a:cubicBezTo>
                    <a:pt x="8003" y="8255"/>
                    <a:pt x="7530" y="7782"/>
                    <a:pt x="7530" y="7247"/>
                  </a:cubicBezTo>
                  <a:cubicBezTo>
                    <a:pt x="7530" y="6680"/>
                    <a:pt x="8003" y="6207"/>
                    <a:pt x="8601" y="6207"/>
                  </a:cubicBezTo>
                  <a:close/>
                  <a:moveTo>
                    <a:pt x="3749" y="8980"/>
                  </a:moveTo>
                  <a:cubicBezTo>
                    <a:pt x="4695" y="8980"/>
                    <a:pt x="5451" y="9704"/>
                    <a:pt x="5451" y="10649"/>
                  </a:cubicBezTo>
                  <a:lnTo>
                    <a:pt x="5451" y="11027"/>
                  </a:lnTo>
                  <a:lnTo>
                    <a:pt x="630" y="11027"/>
                  </a:lnTo>
                  <a:lnTo>
                    <a:pt x="630" y="10649"/>
                  </a:lnTo>
                  <a:lnTo>
                    <a:pt x="662" y="10649"/>
                  </a:lnTo>
                  <a:cubicBezTo>
                    <a:pt x="662" y="9704"/>
                    <a:pt x="1418" y="8980"/>
                    <a:pt x="2363" y="8980"/>
                  </a:cubicBezTo>
                  <a:close/>
                  <a:moveTo>
                    <a:pt x="9369" y="8976"/>
                  </a:moveTo>
                  <a:cubicBezTo>
                    <a:pt x="10266" y="8976"/>
                    <a:pt x="10995" y="9740"/>
                    <a:pt x="10995" y="10649"/>
                  </a:cubicBezTo>
                  <a:lnTo>
                    <a:pt x="10995" y="11027"/>
                  </a:lnTo>
                  <a:lnTo>
                    <a:pt x="6144" y="11027"/>
                  </a:lnTo>
                  <a:lnTo>
                    <a:pt x="6144" y="10649"/>
                  </a:lnTo>
                  <a:cubicBezTo>
                    <a:pt x="6144" y="9704"/>
                    <a:pt x="6900" y="8980"/>
                    <a:pt x="7845" y="8980"/>
                  </a:cubicBezTo>
                  <a:lnTo>
                    <a:pt x="9263" y="8980"/>
                  </a:lnTo>
                  <a:cubicBezTo>
                    <a:pt x="9298" y="8977"/>
                    <a:pt x="9334" y="8976"/>
                    <a:pt x="9369" y="8976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2427"/>
                  </a:lnTo>
                  <a:cubicBezTo>
                    <a:pt x="0" y="2994"/>
                    <a:pt x="473" y="3466"/>
                    <a:pt x="1040" y="3466"/>
                  </a:cubicBezTo>
                  <a:lnTo>
                    <a:pt x="1386" y="3466"/>
                  </a:lnTo>
                  <a:lnTo>
                    <a:pt x="1386" y="4474"/>
                  </a:lnTo>
                  <a:cubicBezTo>
                    <a:pt x="1386" y="4688"/>
                    <a:pt x="1546" y="4829"/>
                    <a:pt x="1727" y="4829"/>
                  </a:cubicBezTo>
                  <a:cubicBezTo>
                    <a:pt x="1813" y="4829"/>
                    <a:pt x="1904" y="4797"/>
                    <a:pt x="1985" y="4726"/>
                  </a:cubicBezTo>
                  <a:lnTo>
                    <a:pt x="3245" y="3466"/>
                  </a:lnTo>
                  <a:lnTo>
                    <a:pt x="4096" y="3466"/>
                  </a:lnTo>
                  <a:lnTo>
                    <a:pt x="4096" y="3813"/>
                  </a:lnTo>
                  <a:cubicBezTo>
                    <a:pt x="4096" y="4348"/>
                    <a:pt x="4568" y="4821"/>
                    <a:pt x="5136" y="4821"/>
                  </a:cubicBezTo>
                  <a:lnTo>
                    <a:pt x="7057" y="4821"/>
                  </a:lnTo>
                  <a:lnTo>
                    <a:pt x="7908" y="5672"/>
                  </a:lnTo>
                  <a:cubicBezTo>
                    <a:pt x="7341" y="5924"/>
                    <a:pt x="6868" y="6522"/>
                    <a:pt x="6868" y="7247"/>
                  </a:cubicBezTo>
                  <a:cubicBezTo>
                    <a:pt x="6868" y="7625"/>
                    <a:pt x="7026" y="8034"/>
                    <a:pt x="7278" y="8349"/>
                  </a:cubicBezTo>
                  <a:cubicBezTo>
                    <a:pt x="6648" y="8507"/>
                    <a:pt x="6144" y="8885"/>
                    <a:pt x="5829" y="9452"/>
                  </a:cubicBezTo>
                  <a:cubicBezTo>
                    <a:pt x="5514" y="8917"/>
                    <a:pt x="5010" y="8539"/>
                    <a:pt x="4411" y="8381"/>
                  </a:cubicBezTo>
                  <a:cubicBezTo>
                    <a:pt x="4663" y="8066"/>
                    <a:pt x="4821" y="7719"/>
                    <a:pt x="4821" y="7278"/>
                  </a:cubicBezTo>
                  <a:cubicBezTo>
                    <a:pt x="4821" y="6333"/>
                    <a:pt x="4064" y="5577"/>
                    <a:pt x="3119" y="5577"/>
                  </a:cubicBezTo>
                  <a:cubicBezTo>
                    <a:pt x="2174" y="5577"/>
                    <a:pt x="1418" y="6333"/>
                    <a:pt x="1418" y="7278"/>
                  </a:cubicBezTo>
                  <a:cubicBezTo>
                    <a:pt x="1418" y="7719"/>
                    <a:pt x="1576" y="8097"/>
                    <a:pt x="1828" y="8381"/>
                  </a:cubicBezTo>
                  <a:cubicBezTo>
                    <a:pt x="788" y="8665"/>
                    <a:pt x="32" y="9610"/>
                    <a:pt x="32" y="10712"/>
                  </a:cubicBezTo>
                  <a:lnTo>
                    <a:pt x="32" y="11374"/>
                  </a:lnTo>
                  <a:cubicBezTo>
                    <a:pt x="32" y="11563"/>
                    <a:pt x="189" y="11721"/>
                    <a:pt x="410" y="11721"/>
                  </a:cubicBezTo>
                  <a:lnTo>
                    <a:pt x="11374" y="11721"/>
                  </a:lnTo>
                  <a:cubicBezTo>
                    <a:pt x="11594" y="11721"/>
                    <a:pt x="11752" y="11563"/>
                    <a:pt x="11752" y="11374"/>
                  </a:cubicBezTo>
                  <a:lnTo>
                    <a:pt x="11752" y="10712"/>
                  </a:lnTo>
                  <a:cubicBezTo>
                    <a:pt x="11752" y="9610"/>
                    <a:pt x="10995" y="8665"/>
                    <a:pt x="9956" y="8381"/>
                  </a:cubicBezTo>
                  <a:cubicBezTo>
                    <a:pt x="10208" y="8066"/>
                    <a:pt x="10365" y="7719"/>
                    <a:pt x="10365" y="7278"/>
                  </a:cubicBezTo>
                  <a:cubicBezTo>
                    <a:pt x="10365" y="6459"/>
                    <a:pt x="9767" y="5735"/>
                    <a:pt x="8979" y="5577"/>
                  </a:cubicBezTo>
                  <a:lnTo>
                    <a:pt x="8979" y="4884"/>
                  </a:lnTo>
                  <a:lnTo>
                    <a:pt x="10649" y="4884"/>
                  </a:lnTo>
                  <a:lnTo>
                    <a:pt x="10649" y="4821"/>
                  </a:lnTo>
                  <a:cubicBezTo>
                    <a:pt x="11185" y="4821"/>
                    <a:pt x="11657" y="4348"/>
                    <a:pt x="11657" y="3813"/>
                  </a:cubicBezTo>
                  <a:lnTo>
                    <a:pt x="11657" y="2395"/>
                  </a:lnTo>
                  <a:cubicBezTo>
                    <a:pt x="11657" y="1828"/>
                    <a:pt x="11185" y="1355"/>
                    <a:pt x="10649" y="1355"/>
                  </a:cubicBezTo>
                  <a:lnTo>
                    <a:pt x="7530" y="1355"/>
                  </a:lnTo>
                  <a:lnTo>
                    <a:pt x="7530" y="1009"/>
                  </a:lnTo>
                  <a:cubicBezTo>
                    <a:pt x="7530" y="473"/>
                    <a:pt x="7057" y="1"/>
                    <a:pt x="6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" name="Google Shape;653;p27">
            <a:extLst>
              <a:ext uri="{FF2B5EF4-FFF2-40B4-BE49-F238E27FC236}">
                <a16:creationId xmlns:a16="http://schemas.microsoft.com/office/drawing/2014/main" id="{C5E46041-51AB-3C7A-F529-862AC05E555C}"/>
              </a:ext>
            </a:extLst>
          </p:cNvPr>
          <p:cNvGrpSpPr/>
          <p:nvPr/>
        </p:nvGrpSpPr>
        <p:grpSpPr>
          <a:xfrm>
            <a:off x="6636930" y="1283314"/>
            <a:ext cx="946068" cy="1129729"/>
            <a:chOff x="2549060" y="1476850"/>
            <a:chExt cx="2364114" cy="2203228"/>
          </a:xfrm>
        </p:grpSpPr>
        <p:sp>
          <p:nvSpPr>
            <p:cNvPr id="30" name="Google Shape;654;p27">
              <a:extLst>
                <a:ext uri="{FF2B5EF4-FFF2-40B4-BE49-F238E27FC236}">
                  <a16:creationId xmlns:a16="http://schemas.microsoft.com/office/drawing/2014/main" id="{1CB77EA7-10F2-81F8-D8BE-4D6F6CC018F7}"/>
                </a:ext>
              </a:extLst>
            </p:cNvPr>
            <p:cNvSpPr/>
            <p:nvPr/>
          </p:nvSpPr>
          <p:spPr>
            <a:xfrm>
              <a:off x="2591043" y="1476850"/>
              <a:ext cx="2222662" cy="1267066"/>
            </a:xfrm>
            <a:custGeom>
              <a:avLst/>
              <a:gdLst/>
              <a:ahLst/>
              <a:cxnLst/>
              <a:rect l="l" t="t" r="r" b="b"/>
              <a:pathLst>
                <a:path w="32312" h="18420" extrusionOk="0">
                  <a:moveTo>
                    <a:pt x="1" y="0"/>
                  </a:moveTo>
                  <a:lnTo>
                    <a:pt x="7964" y="9210"/>
                  </a:lnTo>
                  <a:lnTo>
                    <a:pt x="1" y="18420"/>
                  </a:lnTo>
                  <a:lnTo>
                    <a:pt x="24378" y="18420"/>
                  </a:lnTo>
                  <a:lnTo>
                    <a:pt x="32311" y="9210"/>
                  </a:lnTo>
                  <a:lnTo>
                    <a:pt x="243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55;p27">
              <a:extLst>
                <a:ext uri="{FF2B5EF4-FFF2-40B4-BE49-F238E27FC236}">
                  <a16:creationId xmlns:a16="http://schemas.microsoft.com/office/drawing/2014/main" id="{E7E90A71-0D80-8CF5-6B84-C18E0DAA40EE}"/>
                </a:ext>
              </a:extLst>
            </p:cNvPr>
            <p:cNvSpPr/>
            <p:nvPr/>
          </p:nvSpPr>
          <p:spPr>
            <a:xfrm>
              <a:off x="3327697" y="3243601"/>
              <a:ext cx="499741" cy="69"/>
            </a:xfrm>
            <a:custGeom>
              <a:avLst/>
              <a:gdLst/>
              <a:ahLst/>
              <a:cxnLst/>
              <a:rect l="l" t="t" r="r" b="b"/>
              <a:pathLst>
                <a:path w="7265" h="1" fill="none" extrusionOk="0">
                  <a:moveTo>
                    <a:pt x="7265" y="0"/>
                  </a:moveTo>
                  <a:lnTo>
                    <a:pt x="0" y="0"/>
                  </a:lnTo>
                </a:path>
              </a:pathLst>
            </a:custGeom>
            <a:noFill/>
            <a:ln w="8350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56;p27">
              <a:extLst>
                <a:ext uri="{FF2B5EF4-FFF2-40B4-BE49-F238E27FC236}">
                  <a16:creationId xmlns:a16="http://schemas.microsoft.com/office/drawing/2014/main" id="{59628441-EDC7-66BB-AECF-1B6EFB13B708}"/>
                </a:ext>
              </a:extLst>
            </p:cNvPr>
            <p:cNvSpPr/>
            <p:nvPr/>
          </p:nvSpPr>
          <p:spPr>
            <a:xfrm>
              <a:off x="3578565" y="2743857"/>
              <a:ext cx="69" cy="499810"/>
            </a:xfrm>
            <a:custGeom>
              <a:avLst/>
              <a:gdLst/>
              <a:ahLst/>
              <a:cxnLst/>
              <a:rect l="l" t="t" r="r" b="b"/>
              <a:pathLst>
                <a:path w="1" h="7266" fill="none" extrusionOk="0">
                  <a:moveTo>
                    <a:pt x="1" y="1"/>
                  </a:moveTo>
                  <a:lnTo>
                    <a:pt x="1" y="7265"/>
                  </a:lnTo>
                </a:path>
              </a:pathLst>
            </a:custGeom>
            <a:noFill/>
            <a:ln w="8350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57;p27">
              <a:extLst>
                <a:ext uri="{FF2B5EF4-FFF2-40B4-BE49-F238E27FC236}">
                  <a16:creationId xmlns:a16="http://schemas.microsoft.com/office/drawing/2014/main" id="{EEB79106-C8CF-1D3C-6914-D6F67D8A1886}"/>
                </a:ext>
              </a:extLst>
            </p:cNvPr>
            <p:cNvSpPr txBox="1"/>
            <p:nvPr/>
          </p:nvSpPr>
          <p:spPr>
            <a:xfrm>
              <a:off x="2549060" y="3232177"/>
              <a:ext cx="2364114" cy="4479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dirty="0">
                  <a:latin typeface="Fira Sans"/>
                  <a:ea typeface="Fira Sans"/>
                  <a:cs typeface="Fira Sans"/>
                  <a:sym typeface="Fira Sans"/>
                </a:rPr>
                <a:t>Construcción civil</a:t>
              </a:r>
              <a:endParaRPr sz="9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4" name="Google Shape;658;p27">
              <a:extLst>
                <a:ext uri="{FF2B5EF4-FFF2-40B4-BE49-F238E27FC236}">
                  <a16:creationId xmlns:a16="http://schemas.microsoft.com/office/drawing/2014/main" id="{7C3F6CD3-3C46-8CBA-16F0-DA3EAD7A3A56}"/>
                </a:ext>
              </a:extLst>
            </p:cNvPr>
            <p:cNvSpPr txBox="1"/>
            <p:nvPr/>
          </p:nvSpPr>
          <p:spPr>
            <a:xfrm>
              <a:off x="2733798" y="3388675"/>
              <a:ext cx="16875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35" name="Google Shape;659;p27">
              <a:extLst>
                <a:ext uri="{FF2B5EF4-FFF2-40B4-BE49-F238E27FC236}">
                  <a16:creationId xmlns:a16="http://schemas.microsoft.com/office/drawing/2014/main" id="{E7F95F12-61B9-BC5C-DADF-A71F72711F2E}"/>
                </a:ext>
              </a:extLst>
            </p:cNvPr>
            <p:cNvGrpSpPr/>
            <p:nvPr/>
          </p:nvGrpSpPr>
          <p:grpSpPr>
            <a:xfrm>
              <a:off x="3525091" y="1893810"/>
              <a:ext cx="435494" cy="433153"/>
              <a:chOff x="-5635200" y="2037975"/>
              <a:chExt cx="293025" cy="291450"/>
            </a:xfrm>
          </p:grpSpPr>
          <p:sp>
            <p:nvSpPr>
              <p:cNvPr id="36" name="Google Shape;660;p27">
                <a:extLst>
                  <a:ext uri="{FF2B5EF4-FFF2-40B4-BE49-F238E27FC236}">
                    <a16:creationId xmlns:a16="http://schemas.microsoft.com/office/drawing/2014/main" id="{B0FB90DB-5CD6-4893-D548-43018A2661B7}"/>
                  </a:ext>
                </a:extLst>
              </p:cNvPr>
              <p:cNvSpPr/>
              <p:nvPr/>
            </p:nvSpPr>
            <p:spPr>
              <a:xfrm>
                <a:off x="-5635200" y="2037975"/>
                <a:ext cx="293025" cy="291450"/>
              </a:xfrm>
              <a:custGeom>
                <a:avLst/>
                <a:gdLst/>
                <a:ahLst/>
                <a:cxnLst/>
                <a:rect l="l" t="t" r="r" b="b"/>
                <a:pathLst>
                  <a:path w="11721" h="11658" extrusionOk="0">
                    <a:moveTo>
                      <a:pt x="2395" y="725"/>
                    </a:moveTo>
                    <a:cubicBezTo>
                      <a:pt x="2930" y="725"/>
                      <a:pt x="3403" y="1197"/>
                      <a:pt x="3403" y="1733"/>
                    </a:cubicBezTo>
                    <a:cubicBezTo>
                      <a:pt x="3403" y="2300"/>
                      <a:pt x="2930" y="2773"/>
                      <a:pt x="2395" y="2773"/>
                    </a:cubicBezTo>
                    <a:cubicBezTo>
                      <a:pt x="1828" y="2773"/>
                      <a:pt x="1355" y="2300"/>
                      <a:pt x="1355" y="1733"/>
                    </a:cubicBezTo>
                    <a:cubicBezTo>
                      <a:pt x="1355" y="1197"/>
                      <a:pt x="1828" y="725"/>
                      <a:pt x="2395" y="725"/>
                    </a:cubicBezTo>
                    <a:close/>
                    <a:moveTo>
                      <a:pt x="10303" y="725"/>
                    </a:moveTo>
                    <a:lnTo>
                      <a:pt x="10303" y="6585"/>
                    </a:lnTo>
                    <a:lnTo>
                      <a:pt x="10334" y="6585"/>
                    </a:lnTo>
                    <a:cubicBezTo>
                      <a:pt x="10334" y="6774"/>
                      <a:pt x="10177" y="6931"/>
                      <a:pt x="9988" y="6931"/>
                    </a:cubicBezTo>
                    <a:lnTo>
                      <a:pt x="4789" y="6931"/>
                    </a:lnTo>
                    <a:lnTo>
                      <a:pt x="4789" y="5167"/>
                    </a:lnTo>
                    <a:cubicBezTo>
                      <a:pt x="4789" y="4253"/>
                      <a:pt x="4285" y="3434"/>
                      <a:pt x="3498" y="3025"/>
                    </a:cubicBezTo>
                    <a:cubicBezTo>
                      <a:pt x="3844" y="2710"/>
                      <a:pt x="4096" y="2237"/>
                      <a:pt x="4096" y="1733"/>
                    </a:cubicBezTo>
                    <a:cubicBezTo>
                      <a:pt x="4096" y="1355"/>
                      <a:pt x="3970" y="977"/>
                      <a:pt x="3718" y="725"/>
                    </a:cubicBezTo>
                    <a:close/>
                    <a:moveTo>
                      <a:pt x="2710" y="3466"/>
                    </a:moveTo>
                    <a:cubicBezTo>
                      <a:pt x="3498" y="3623"/>
                      <a:pt x="4096" y="4316"/>
                      <a:pt x="4096" y="5167"/>
                    </a:cubicBezTo>
                    <a:lnTo>
                      <a:pt x="4096" y="7246"/>
                    </a:lnTo>
                    <a:cubicBezTo>
                      <a:pt x="4128" y="7435"/>
                      <a:pt x="3970" y="7593"/>
                      <a:pt x="3750" y="7593"/>
                    </a:cubicBezTo>
                    <a:cubicBezTo>
                      <a:pt x="3561" y="7593"/>
                      <a:pt x="3403" y="7750"/>
                      <a:pt x="3403" y="7971"/>
                    </a:cubicBezTo>
                    <a:lnTo>
                      <a:pt x="3403" y="10712"/>
                    </a:lnTo>
                    <a:cubicBezTo>
                      <a:pt x="3403" y="10901"/>
                      <a:pt x="3246" y="11058"/>
                      <a:pt x="3056" y="11058"/>
                    </a:cubicBezTo>
                    <a:lnTo>
                      <a:pt x="1670" y="11058"/>
                    </a:lnTo>
                    <a:cubicBezTo>
                      <a:pt x="1481" y="11058"/>
                      <a:pt x="1324" y="10901"/>
                      <a:pt x="1324" y="10712"/>
                    </a:cubicBezTo>
                    <a:lnTo>
                      <a:pt x="1324" y="7971"/>
                    </a:lnTo>
                    <a:cubicBezTo>
                      <a:pt x="1324" y="7750"/>
                      <a:pt x="1166" y="7593"/>
                      <a:pt x="977" y="7593"/>
                    </a:cubicBezTo>
                    <a:cubicBezTo>
                      <a:pt x="788" y="7593"/>
                      <a:pt x="631" y="7435"/>
                      <a:pt x="631" y="7246"/>
                    </a:cubicBezTo>
                    <a:lnTo>
                      <a:pt x="631" y="5167"/>
                    </a:lnTo>
                    <a:cubicBezTo>
                      <a:pt x="631" y="4316"/>
                      <a:pt x="1198" y="3623"/>
                      <a:pt x="1985" y="3466"/>
                    </a:cubicBezTo>
                    <a:lnTo>
                      <a:pt x="1985" y="5829"/>
                    </a:lnTo>
                    <a:cubicBezTo>
                      <a:pt x="1985" y="6018"/>
                      <a:pt x="2143" y="6175"/>
                      <a:pt x="2363" y="6175"/>
                    </a:cubicBezTo>
                    <a:cubicBezTo>
                      <a:pt x="2552" y="6175"/>
                      <a:pt x="2710" y="6018"/>
                      <a:pt x="2710" y="5829"/>
                    </a:cubicBezTo>
                    <a:lnTo>
                      <a:pt x="2710" y="3466"/>
                    </a:lnTo>
                    <a:close/>
                    <a:moveTo>
                      <a:pt x="2395" y="0"/>
                    </a:moveTo>
                    <a:cubicBezTo>
                      <a:pt x="1450" y="0"/>
                      <a:pt x="694" y="756"/>
                      <a:pt x="694" y="1702"/>
                    </a:cubicBezTo>
                    <a:cubicBezTo>
                      <a:pt x="694" y="2206"/>
                      <a:pt x="946" y="2678"/>
                      <a:pt x="1292" y="2993"/>
                    </a:cubicBezTo>
                    <a:cubicBezTo>
                      <a:pt x="536" y="3403"/>
                      <a:pt x="1" y="4222"/>
                      <a:pt x="1" y="5136"/>
                    </a:cubicBezTo>
                    <a:lnTo>
                      <a:pt x="1" y="7215"/>
                    </a:lnTo>
                    <a:cubicBezTo>
                      <a:pt x="1" y="7656"/>
                      <a:pt x="253" y="8034"/>
                      <a:pt x="662" y="8192"/>
                    </a:cubicBezTo>
                    <a:lnTo>
                      <a:pt x="662" y="10649"/>
                    </a:lnTo>
                    <a:cubicBezTo>
                      <a:pt x="662" y="11184"/>
                      <a:pt x="1135" y="11657"/>
                      <a:pt x="1670" y="11657"/>
                    </a:cubicBezTo>
                    <a:lnTo>
                      <a:pt x="3056" y="11657"/>
                    </a:lnTo>
                    <a:cubicBezTo>
                      <a:pt x="3624" y="11657"/>
                      <a:pt x="4096" y="11184"/>
                      <a:pt x="4096" y="10649"/>
                    </a:cubicBezTo>
                    <a:lnTo>
                      <a:pt x="4096" y="8192"/>
                    </a:lnTo>
                    <a:cubicBezTo>
                      <a:pt x="4348" y="8065"/>
                      <a:pt x="4600" y="7876"/>
                      <a:pt x="4726" y="7561"/>
                    </a:cubicBezTo>
                    <a:lnTo>
                      <a:pt x="9988" y="7561"/>
                    </a:lnTo>
                    <a:cubicBezTo>
                      <a:pt x="10555" y="7561"/>
                      <a:pt x="11027" y="7089"/>
                      <a:pt x="11027" y="6553"/>
                    </a:cubicBezTo>
                    <a:lnTo>
                      <a:pt x="11027" y="662"/>
                    </a:lnTo>
                    <a:lnTo>
                      <a:pt x="11374" y="662"/>
                    </a:lnTo>
                    <a:cubicBezTo>
                      <a:pt x="11563" y="662"/>
                      <a:pt x="11720" y="504"/>
                      <a:pt x="11720" y="315"/>
                    </a:cubicBezTo>
                    <a:cubicBezTo>
                      <a:pt x="11720" y="158"/>
                      <a:pt x="11563" y="0"/>
                      <a:pt x="113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661;p27">
                <a:extLst>
                  <a:ext uri="{FF2B5EF4-FFF2-40B4-BE49-F238E27FC236}">
                    <a16:creationId xmlns:a16="http://schemas.microsoft.com/office/drawing/2014/main" id="{BDFA310C-5712-1E09-32AC-45D3AEC132DF}"/>
                  </a:ext>
                </a:extLst>
              </p:cNvPr>
              <p:cNvSpPr/>
              <p:nvPr/>
            </p:nvSpPr>
            <p:spPr>
              <a:xfrm>
                <a:off x="-5496575" y="2072625"/>
                <a:ext cx="102425" cy="102425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4097" extrusionOk="0">
                    <a:moveTo>
                      <a:pt x="2395" y="725"/>
                    </a:moveTo>
                    <a:cubicBezTo>
                      <a:pt x="2867" y="851"/>
                      <a:pt x="3245" y="1229"/>
                      <a:pt x="3371" y="1733"/>
                    </a:cubicBezTo>
                    <a:lnTo>
                      <a:pt x="2395" y="1733"/>
                    </a:lnTo>
                    <a:lnTo>
                      <a:pt x="2395" y="725"/>
                    </a:lnTo>
                    <a:close/>
                    <a:moveTo>
                      <a:pt x="1733" y="757"/>
                    </a:moveTo>
                    <a:lnTo>
                      <a:pt x="1733" y="2080"/>
                    </a:lnTo>
                    <a:cubicBezTo>
                      <a:pt x="1733" y="2269"/>
                      <a:pt x="1891" y="2426"/>
                      <a:pt x="2080" y="2426"/>
                    </a:cubicBezTo>
                    <a:lnTo>
                      <a:pt x="3403" y="2426"/>
                    </a:lnTo>
                    <a:cubicBezTo>
                      <a:pt x="3245" y="3025"/>
                      <a:pt x="2741" y="3466"/>
                      <a:pt x="2080" y="3466"/>
                    </a:cubicBezTo>
                    <a:cubicBezTo>
                      <a:pt x="1324" y="3466"/>
                      <a:pt x="693" y="2836"/>
                      <a:pt x="693" y="2080"/>
                    </a:cubicBezTo>
                    <a:cubicBezTo>
                      <a:pt x="693" y="1418"/>
                      <a:pt x="1135" y="851"/>
                      <a:pt x="1733" y="757"/>
                    </a:cubicBezTo>
                    <a:close/>
                    <a:moveTo>
                      <a:pt x="2048" y="0"/>
                    </a:moveTo>
                    <a:cubicBezTo>
                      <a:pt x="883" y="0"/>
                      <a:pt x="0" y="914"/>
                      <a:pt x="0" y="2048"/>
                    </a:cubicBezTo>
                    <a:cubicBezTo>
                      <a:pt x="0" y="3182"/>
                      <a:pt x="946" y="4096"/>
                      <a:pt x="2048" y="4096"/>
                    </a:cubicBezTo>
                    <a:cubicBezTo>
                      <a:pt x="3182" y="4096"/>
                      <a:pt x="4096" y="3182"/>
                      <a:pt x="4096" y="2048"/>
                    </a:cubicBezTo>
                    <a:cubicBezTo>
                      <a:pt x="4096" y="914"/>
                      <a:pt x="3182" y="0"/>
                      <a:pt x="20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8" name="Google Shape;662;p27">
            <a:extLst>
              <a:ext uri="{FF2B5EF4-FFF2-40B4-BE49-F238E27FC236}">
                <a16:creationId xmlns:a16="http://schemas.microsoft.com/office/drawing/2014/main" id="{14BA21D0-1AC8-5191-A1ED-665BB7527675}"/>
              </a:ext>
            </a:extLst>
          </p:cNvPr>
          <p:cNvGrpSpPr/>
          <p:nvPr/>
        </p:nvGrpSpPr>
        <p:grpSpPr>
          <a:xfrm>
            <a:off x="8160028" y="1268324"/>
            <a:ext cx="828162" cy="1160194"/>
            <a:chOff x="6201981" y="1476850"/>
            <a:chExt cx="2222593" cy="2262639"/>
          </a:xfrm>
        </p:grpSpPr>
        <p:sp>
          <p:nvSpPr>
            <p:cNvPr id="39" name="Google Shape;663;p27">
              <a:extLst>
                <a:ext uri="{FF2B5EF4-FFF2-40B4-BE49-F238E27FC236}">
                  <a16:creationId xmlns:a16="http://schemas.microsoft.com/office/drawing/2014/main" id="{2F83B18B-6AB6-4F92-CB57-A79CF4179F8E}"/>
                </a:ext>
              </a:extLst>
            </p:cNvPr>
            <p:cNvSpPr/>
            <p:nvPr/>
          </p:nvSpPr>
          <p:spPr>
            <a:xfrm>
              <a:off x="6201981" y="1476850"/>
              <a:ext cx="2222593" cy="1267066"/>
            </a:xfrm>
            <a:custGeom>
              <a:avLst/>
              <a:gdLst/>
              <a:ahLst/>
              <a:cxnLst/>
              <a:rect l="l" t="t" r="r" b="b"/>
              <a:pathLst>
                <a:path w="32311" h="18420" extrusionOk="0">
                  <a:moveTo>
                    <a:pt x="0" y="0"/>
                  </a:moveTo>
                  <a:lnTo>
                    <a:pt x="7933" y="9210"/>
                  </a:lnTo>
                  <a:lnTo>
                    <a:pt x="0" y="18420"/>
                  </a:lnTo>
                  <a:lnTo>
                    <a:pt x="24347" y="18420"/>
                  </a:lnTo>
                  <a:lnTo>
                    <a:pt x="32311" y="9210"/>
                  </a:lnTo>
                  <a:lnTo>
                    <a:pt x="2434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64;p27">
              <a:extLst>
                <a:ext uri="{FF2B5EF4-FFF2-40B4-BE49-F238E27FC236}">
                  <a16:creationId xmlns:a16="http://schemas.microsoft.com/office/drawing/2014/main" id="{3563E472-1F91-24AF-4667-287F31246270}"/>
                </a:ext>
              </a:extLst>
            </p:cNvPr>
            <p:cNvSpPr/>
            <p:nvPr/>
          </p:nvSpPr>
          <p:spPr>
            <a:xfrm>
              <a:off x="6937636" y="3243601"/>
              <a:ext cx="497678" cy="69"/>
            </a:xfrm>
            <a:custGeom>
              <a:avLst/>
              <a:gdLst/>
              <a:ahLst/>
              <a:cxnLst/>
              <a:rect l="l" t="t" r="r" b="b"/>
              <a:pathLst>
                <a:path w="7235" h="1" fill="none" extrusionOk="0">
                  <a:moveTo>
                    <a:pt x="7234" y="0"/>
                  </a:moveTo>
                  <a:lnTo>
                    <a:pt x="0" y="0"/>
                  </a:lnTo>
                </a:path>
              </a:pathLst>
            </a:custGeom>
            <a:noFill/>
            <a:ln w="8350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65;p27">
              <a:extLst>
                <a:ext uri="{FF2B5EF4-FFF2-40B4-BE49-F238E27FC236}">
                  <a16:creationId xmlns:a16="http://schemas.microsoft.com/office/drawing/2014/main" id="{A9BAEA58-682A-A311-36E3-7323CC9AC124}"/>
                </a:ext>
              </a:extLst>
            </p:cNvPr>
            <p:cNvSpPr/>
            <p:nvPr/>
          </p:nvSpPr>
          <p:spPr>
            <a:xfrm>
              <a:off x="7186441" y="2743857"/>
              <a:ext cx="69" cy="499810"/>
            </a:xfrm>
            <a:custGeom>
              <a:avLst/>
              <a:gdLst/>
              <a:ahLst/>
              <a:cxnLst/>
              <a:rect l="l" t="t" r="r" b="b"/>
              <a:pathLst>
                <a:path w="1" h="7266" fill="none" extrusionOk="0">
                  <a:moveTo>
                    <a:pt x="0" y="1"/>
                  </a:moveTo>
                  <a:lnTo>
                    <a:pt x="0" y="7265"/>
                  </a:lnTo>
                </a:path>
              </a:pathLst>
            </a:custGeom>
            <a:noFill/>
            <a:ln w="8350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66;p27">
              <a:extLst>
                <a:ext uri="{FF2B5EF4-FFF2-40B4-BE49-F238E27FC236}">
                  <a16:creationId xmlns:a16="http://schemas.microsoft.com/office/drawing/2014/main" id="{0BA4069F-7486-3310-BC21-8851E7854256}"/>
                </a:ext>
              </a:extLst>
            </p:cNvPr>
            <p:cNvSpPr txBox="1"/>
            <p:nvPr/>
          </p:nvSpPr>
          <p:spPr>
            <a:xfrm>
              <a:off x="6342689" y="3291589"/>
              <a:ext cx="16875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Minería</a:t>
              </a:r>
              <a:endParaRPr sz="9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4" name="Google Shape;668;p27">
              <a:extLst>
                <a:ext uri="{FF2B5EF4-FFF2-40B4-BE49-F238E27FC236}">
                  <a16:creationId xmlns:a16="http://schemas.microsoft.com/office/drawing/2014/main" id="{8995FB5C-CE9A-9306-CE53-EED5DF989E0E}"/>
                </a:ext>
              </a:extLst>
            </p:cNvPr>
            <p:cNvSpPr/>
            <p:nvPr/>
          </p:nvSpPr>
          <p:spPr>
            <a:xfrm>
              <a:off x="7159265" y="1906833"/>
              <a:ext cx="442516" cy="407107"/>
            </a:xfrm>
            <a:custGeom>
              <a:avLst/>
              <a:gdLst/>
              <a:ahLst/>
              <a:cxnLst/>
              <a:rect l="l" t="t" r="r" b="b"/>
              <a:pathLst>
                <a:path w="11910" h="10957" extrusionOk="0">
                  <a:moveTo>
                    <a:pt x="7325" y="654"/>
                  </a:moveTo>
                  <a:cubicBezTo>
                    <a:pt x="7412" y="654"/>
                    <a:pt x="7498" y="686"/>
                    <a:pt x="7561" y="749"/>
                  </a:cubicBezTo>
                  <a:lnTo>
                    <a:pt x="10995" y="4088"/>
                  </a:lnTo>
                  <a:cubicBezTo>
                    <a:pt x="11122" y="4246"/>
                    <a:pt x="11122" y="4466"/>
                    <a:pt x="10995" y="4592"/>
                  </a:cubicBezTo>
                  <a:lnTo>
                    <a:pt x="10082" y="5506"/>
                  </a:lnTo>
                  <a:lnTo>
                    <a:pt x="7404" y="2859"/>
                  </a:lnTo>
                  <a:cubicBezTo>
                    <a:pt x="7215" y="2670"/>
                    <a:pt x="6955" y="2576"/>
                    <a:pt x="6691" y="2576"/>
                  </a:cubicBezTo>
                  <a:cubicBezTo>
                    <a:pt x="6427" y="2576"/>
                    <a:pt x="6159" y="2670"/>
                    <a:pt x="5955" y="2859"/>
                  </a:cubicBezTo>
                  <a:lnTo>
                    <a:pt x="4978" y="3805"/>
                  </a:lnTo>
                  <a:cubicBezTo>
                    <a:pt x="4915" y="3868"/>
                    <a:pt x="4828" y="3899"/>
                    <a:pt x="4742" y="3899"/>
                  </a:cubicBezTo>
                  <a:cubicBezTo>
                    <a:pt x="4655" y="3899"/>
                    <a:pt x="4568" y="3868"/>
                    <a:pt x="4505" y="3805"/>
                  </a:cubicBezTo>
                  <a:cubicBezTo>
                    <a:pt x="4379" y="3679"/>
                    <a:pt x="4379" y="3458"/>
                    <a:pt x="4505" y="3332"/>
                  </a:cubicBezTo>
                  <a:lnTo>
                    <a:pt x="5955" y="1883"/>
                  </a:lnTo>
                  <a:lnTo>
                    <a:pt x="7089" y="749"/>
                  </a:lnTo>
                  <a:cubicBezTo>
                    <a:pt x="7152" y="686"/>
                    <a:pt x="7239" y="654"/>
                    <a:pt x="7325" y="654"/>
                  </a:cubicBezTo>
                  <a:close/>
                  <a:moveTo>
                    <a:pt x="2808" y="5183"/>
                  </a:moveTo>
                  <a:cubicBezTo>
                    <a:pt x="2899" y="5183"/>
                    <a:pt x="2993" y="5207"/>
                    <a:pt x="3056" y="5254"/>
                  </a:cubicBezTo>
                  <a:cubicBezTo>
                    <a:pt x="3151" y="5380"/>
                    <a:pt x="3151" y="5632"/>
                    <a:pt x="3056" y="5726"/>
                  </a:cubicBezTo>
                  <a:lnTo>
                    <a:pt x="2048" y="6735"/>
                  </a:lnTo>
                  <a:cubicBezTo>
                    <a:pt x="2001" y="6782"/>
                    <a:pt x="1914" y="6805"/>
                    <a:pt x="1824" y="6805"/>
                  </a:cubicBezTo>
                  <a:cubicBezTo>
                    <a:pt x="1733" y="6805"/>
                    <a:pt x="1639" y="6782"/>
                    <a:pt x="1576" y="6735"/>
                  </a:cubicBezTo>
                  <a:cubicBezTo>
                    <a:pt x="1449" y="6609"/>
                    <a:pt x="1449" y="6357"/>
                    <a:pt x="1576" y="6262"/>
                  </a:cubicBezTo>
                  <a:lnTo>
                    <a:pt x="2584" y="5254"/>
                  </a:lnTo>
                  <a:cubicBezTo>
                    <a:pt x="2631" y="5207"/>
                    <a:pt x="2718" y="5183"/>
                    <a:pt x="2808" y="5183"/>
                  </a:cubicBezTo>
                  <a:close/>
                  <a:moveTo>
                    <a:pt x="3785" y="6167"/>
                  </a:moveTo>
                  <a:cubicBezTo>
                    <a:pt x="3875" y="6167"/>
                    <a:pt x="3970" y="6199"/>
                    <a:pt x="4033" y="6262"/>
                  </a:cubicBezTo>
                  <a:cubicBezTo>
                    <a:pt x="4159" y="6357"/>
                    <a:pt x="4159" y="6609"/>
                    <a:pt x="4033" y="6735"/>
                  </a:cubicBezTo>
                  <a:lnTo>
                    <a:pt x="3056" y="7711"/>
                  </a:lnTo>
                  <a:cubicBezTo>
                    <a:pt x="2993" y="7774"/>
                    <a:pt x="2899" y="7806"/>
                    <a:pt x="2808" y="7806"/>
                  </a:cubicBezTo>
                  <a:cubicBezTo>
                    <a:pt x="2718" y="7806"/>
                    <a:pt x="2631" y="7774"/>
                    <a:pt x="2584" y="7711"/>
                  </a:cubicBezTo>
                  <a:cubicBezTo>
                    <a:pt x="2395" y="7554"/>
                    <a:pt x="2395" y="7365"/>
                    <a:pt x="2584" y="7239"/>
                  </a:cubicBezTo>
                  <a:lnTo>
                    <a:pt x="3560" y="6262"/>
                  </a:lnTo>
                  <a:cubicBezTo>
                    <a:pt x="3608" y="6199"/>
                    <a:pt x="3694" y="6167"/>
                    <a:pt x="3785" y="6167"/>
                  </a:cubicBezTo>
                  <a:close/>
                  <a:moveTo>
                    <a:pt x="4730" y="7113"/>
                  </a:moveTo>
                  <a:cubicBezTo>
                    <a:pt x="4821" y="7113"/>
                    <a:pt x="4915" y="7144"/>
                    <a:pt x="4978" y="7207"/>
                  </a:cubicBezTo>
                  <a:cubicBezTo>
                    <a:pt x="5073" y="7302"/>
                    <a:pt x="5073" y="7554"/>
                    <a:pt x="4978" y="7680"/>
                  </a:cubicBezTo>
                  <a:lnTo>
                    <a:pt x="4001" y="8656"/>
                  </a:lnTo>
                  <a:cubicBezTo>
                    <a:pt x="3938" y="8719"/>
                    <a:pt x="3844" y="8751"/>
                    <a:pt x="3749" y="8751"/>
                  </a:cubicBezTo>
                  <a:cubicBezTo>
                    <a:pt x="3655" y="8751"/>
                    <a:pt x="3560" y="8719"/>
                    <a:pt x="3497" y="8656"/>
                  </a:cubicBezTo>
                  <a:cubicBezTo>
                    <a:pt x="3403" y="8530"/>
                    <a:pt x="3403" y="8310"/>
                    <a:pt x="3497" y="8184"/>
                  </a:cubicBezTo>
                  <a:lnTo>
                    <a:pt x="4505" y="7207"/>
                  </a:lnTo>
                  <a:cubicBezTo>
                    <a:pt x="4553" y="7144"/>
                    <a:pt x="4639" y="7113"/>
                    <a:pt x="4730" y="7113"/>
                  </a:cubicBezTo>
                  <a:close/>
                  <a:moveTo>
                    <a:pt x="4100" y="969"/>
                  </a:moveTo>
                  <a:cubicBezTo>
                    <a:pt x="4190" y="969"/>
                    <a:pt x="4285" y="1001"/>
                    <a:pt x="4348" y="1064"/>
                  </a:cubicBezTo>
                  <a:lnTo>
                    <a:pt x="5041" y="1725"/>
                  </a:lnTo>
                  <a:lnTo>
                    <a:pt x="3938" y="2828"/>
                  </a:lnTo>
                  <a:cubicBezTo>
                    <a:pt x="3560" y="3206"/>
                    <a:pt x="3560" y="3899"/>
                    <a:pt x="3938" y="4277"/>
                  </a:cubicBezTo>
                  <a:cubicBezTo>
                    <a:pt x="4143" y="4482"/>
                    <a:pt x="4411" y="4584"/>
                    <a:pt x="4675" y="4584"/>
                  </a:cubicBezTo>
                  <a:cubicBezTo>
                    <a:pt x="4939" y="4584"/>
                    <a:pt x="5199" y="4482"/>
                    <a:pt x="5388" y="4277"/>
                  </a:cubicBezTo>
                  <a:lnTo>
                    <a:pt x="6396" y="3332"/>
                  </a:lnTo>
                  <a:cubicBezTo>
                    <a:pt x="6443" y="3269"/>
                    <a:pt x="6530" y="3238"/>
                    <a:pt x="6620" y="3238"/>
                  </a:cubicBezTo>
                  <a:cubicBezTo>
                    <a:pt x="6711" y="3238"/>
                    <a:pt x="6805" y="3269"/>
                    <a:pt x="6868" y="3332"/>
                  </a:cubicBezTo>
                  <a:lnTo>
                    <a:pt x="10334" y="6735"/>
                  </a:lnTo>
                  <a:cubicBezTo>
                    <a:pt x="10491" y="6829"/>
                    <a:pt x="10491" y="7113"/>
                    <a:pt x="10365" y="7239"/>
                  </a:cubicBezTo>
                  <a:cubicBezTo>
                    <a:pt x="10302" y="7302"/>
                    <a:pt x="10216" y="7333"/>
                    <a:pt x="10129" y="7333"/>
                  </a:cubicBezTo>
                  <a:cubicBezTo>
                    <a:pt x="10042" y="7333"/>
                    <a:pt x="9956" y="7302"/>
                    <a:pt x="9893" y="7239"/>
                  </a:cubicBezTo>
                  <a:lnTo>
                    <a:pt x="8444" y="5789"/>
                  </a:lnTo>
                  <a:cubicBezTo>
                    <a:pt x="8381" y="5726"/>
                    <a:pt x="8286" y="5695"/>
                    <a:pt x="8195" y="5695"/>
                  </a:cubicBezTo>
                  <a:cubicBezTo>
                    <a:pt x="8105" y="5695"/>
                    <a:pt x="8018" y="5726"/>
                    <a:pt x="7971" y="5789"/>
                  </a:cubicBezTo>
                  <a:cubicBezTo>
                    <a:pt x="7845" y="5884"/>
                    <a:pt x="7845" y="6136"/>
                    <a:pt x="7971" y="6262"/>
                  </a:cubicBezTo>
                  <a:lnTo>
                    <a:pt x="9420" y="7711"/>
                  </a:lnTo>
                  <a:cubicBezTo>
                    <a:pt x="9546" y="7837"/>
                    <a:pt x="9546" y="8058"/>
                    <a:pt x="9420" y="8184"/>
                  </a:cubicBezTo>
                  <a:cubicBezTo>
                    <a:pt x="9357" y="8247"/>
                    <a:pt x="9271" y="8278"/>
                    <a:pt x="9184" y="8278"/>
                  </a:cubicBezTo>
                  <a:cubicBezTo>
                    <a:pt x="9097" y="8278"/>
                    <a:pt x="9011" y="8247"/>
                    <a:pt x="8948" y="8184"/>
                  </a:cubicBezTo>
                  <a:lnTo>
                    <a:pt x="7498" y="6735"/>
                  </a:lnTo>
                  <a:cubicBezTo>
                    <a:pt x="7435" y="6672"/>
                    <a:pt x="7341" y="6640"/>
                    <a:pt x="7250" y="6640"/>
                  </a:cubicBezTo>
                  <a:cubicBezTo>
                    <a:pt x="7160" y="6640"/>
                    <a:pt x="7073" y="6672"/>
                    <a:pt x="7026" y="6735"/>
                  </a:cubicBezTo>
                  <a:cubicBezTo>
                    <a:pt x="6900" y="6829"/>
                    <a:pt x="6900" y="7081"/>
                    <a:pt x="7026" y="7176"/>
                  </a:cubicBezTo>
                  <a:lnTo>
                    <a:pt x="8475" y="8656"/>
                  </a:lnTo>
                  <a:cubicBezTo>
                    <a:pt x="8601" y="8751"/>
                    <a:pt x="8601" y="9003"/>
                    <a:pt x="8475" y="9129"/>
                  </a:cubicBezTo>
                  <a:cubicBezTo>
                    <a:pt x="8412" y="9176"/>
                    <a:pt x="8325" y="9200"/>
                    <a:pt x="8239" y="9200"/>
                  </a:cubicBezTo>
                  <a:cubicBezTo>
                    <a:pt x="8152" y="9200"/>
                    <a:pt x="8066" y="9176"/>
                    <a:pt x="8003" y="9129"/>
                  </a:cubicBezTo>
                  <a:lnTo>
                    <a:pt x="6459" y="7648"/>
                  </a:lnTo>
                  <a:cubicBezTo>
                    <a:pt x="6270" y="7459"/>
                    <a:pt x="6018" y="7396"/>
                    <a:pt x="5797" y="7396"/>
                  </a:cubicBezTo>
                  <a:cubicBezTo>
                    <a:pt x="5797" y="7144"/>
                    <a:pt x="5671" y="6924"/>
                    <a:pt x="5482" y="6735"/>
                  </a:cubicBezTo>
                  <a:cubicBezTo>
                    <a:pt x="5293" y="6514"/>
                    <a:pt x="5041" y="6451"/>
                    <a:pt x="4821" y="6388"/>
                  </a:cubicBezTo>
                  <a:cubicBezTo>
                    <a:pt x="4821" y="6167"/>
                    <a:pt x="4694" y="5947"/>
                    <a:pt x="4505" y="5726"/>
                  </a:cubicBezTo>
                  <a:cubicBezTo>
                    <a:pt x="4285" y="5537"/>
                    <a:pt x="4064" y="5474"/>
                    <a:pt x="3812" y="5411"/>
                  </a:cubicBezTo>
                  <a:cubicBezTo>
                    <a:pt x="3812" y="5191"/>
                    <a:pt x="3718" y="4939"/>
                    <a:pt x="3497" y="4750"/>
                  </a:cubicBezTo>
                  <a:cubicBezTo>
                    <a:pt x="3308" y="4561"/>
                    <a:pt x="3048" y="4466"/>
                    <a:pt x="2785" y="4466"/>
                  </a:cubicBezTo>
                  <a:cubicBezTo>
                    <a:pt x="2521" y="4466"/>
                    <a:pt x="2253" y="4561"/>
                    <a:pt x="2048" y="4750"/>
                  </a:cubicBezTo>
                  <a:lnTo>
                    <a:pt x="1544" y="5254"/>
                  </a:lnTo>
                  <a:lnTo>
                    <a:pt x="819" y="4561"/>
                  </a:lnTo>
                  <a:cubicBezTo>
                    <a:pt x="725" y="4435"/>
                    <a:pt x="725" y="4183"/>
                    <a:pt x="819" y="4088"/>
                  </a:cubicBezTo>
                  <a:lnTo>
                    <a:pt x="3875" y="1064"/>
                  </a:lnTo>
                  <a:cubicBezTo>
                    <a:pt x="3923" y="1001"/>
                    <a:pt x="4009" y="969"/>
                    <a:pt x="4100" y="969"/>
                  </a:cubicBezTo>
                  <a:close/>
                  <a:moveTo>
                    <a:pt x="5718" y="8089"/>
                  </a:moveTo>
                  <a:cubicBezTo>
                    <a:pt x="5805" y="8089"/>
                    <a:pt x="5892" y="8121"/>
                    <a:pt x="5955" y="8184"/>
                  </a:cubicBezTo>
                  <a:cubicBezTo>
                    <a:pt x="6081" y="8310"/>
                    <a:pt x="6081" y="8530"/>
                    <a:pt x="5955" y="8656"/>
                  </a:cubicBezTo>
                  <a:lnTo>
                    <a:pt x="4978" y="9633"/>
                  </a:lnTo>
                  <a:cubicBezTo>
                    <a:pt x="4915" y="9696"/>
                    <a:pt x="4821" y="9728"/>
                    <a:pt x="4730" y="9728"/>
                  </a:cubicBezTo>
                  <a:cubicBezTo>
                    <a:pt x="4639" y="9728"/>
                    <a:pt x="4553" y="9696"/>
                    <a:pt x="4505" y="9633"/>
                  </a:cubicBezTo>
                  <a:cubicBezTo>
                    <a:pt x="4379" y="9507"/>
                    <a:pt x="4379" y="9286"/>
                    <a:pt x="4505" y="9160"/>
                  </a:cubicBezTo>
                  <a:lnTo>
                    <a:pt x="5482" y="8184"/>
                  </a:lnTo>
                  <a:cubicBezTo>
                    <a:pt x="5545" y="8121"/>
                    <a:pt x="5632" y="8089"/>
                    <a:pt x="5718" y="8089"/>
                  </a:cubicBezTo>
                  <a:close/>
                  <a:moveTo>
                    <a:pt x="6616" y="8877"/>
                  </a:moveTo>
                  <a:lnTo>
                    <a:pt x="7467" y="9665"/>
                  </a:lnTo>
                  <a:cubicBezTo>
                    <a:pt x="7593" y="9759"/>
                    <a:pt x="7593" y="9980"/>
                    <a:pt x="7435" y="10106"/>
                  </a:cubicBezTo>
                  <a:cubicBezTo>
                    <a:pt x="7388" y="10169"/>
                    <a:pt x="7286" y="10200"/>
                    <a:pt x="7179" y="10200"/>
                  </a:cubicBezTo>
                  <a:cubicBezTo>
                    <a:pt x="7073" y="10200"/>
                    <a:pt x="6963" y="10169"/>
                    <a:pt x="6900" y="10106"/>
                  </a:cubicBezTo>
                  <a:lnTo>
                    <a:pt x="6207" y="9412"/>
                  </a:lnTo>
                  <a:lnTo>
                    <a:pt x="6427" y="9160"/>
                  </a:lnTo>
                  <a:cubicBezTo>
                    <a:pt x="6522" y="9097"/>
                    <a:pt x="6585" y="8971"/>
                    <a:pt x="6616" y="8877"/>
                  </a:cubicBezTo>
                  <a:close/>
                  <a:moveTo>
                    <a:pt x="7309" y="0"/>
                  </a:moveTo>
                  <a:cubicBezTo>
                    <a:pt x="7042" y="0"/>
                    <a:pt x="6774" y="103"/>
                    <a:pt x="6585" y="308"/>
                  </a:cubicBezTo>
                  <a:lnTo>
                    <a:pt x="5608" y="1284"/>
                  </a:lnTo>
                  <a:lnTo>
                    <a:pt x="4852" y="560"/>
                  </a:lnTo>
                  <a:cubicBezTo>
                    <a:pt x="4656" y="394"/>
                    <a:pt x="4409" y="307"/>
                    <a:pt x="4163" y="307"/>
                  </a:cubicBezTo>
                  <a:cubicBezTo>
                    <a:pt x="3897" y="307"/>
                    <a:pt x="3631" y="409"/>
                    <a:pt x="3434" y="623"/>
                  </a:cubicBezTo>
                  <a:lnTo>
                    <a:pt x="410" y="3647"/>
                  </a:lnTo>
                  <a:cubicBezTo>
                    <a:pt x="0" y="4025"/>
                    <a:pt x="0" y="4718"/>
                    <a:pt x="410" y="5096"/>
                  </a:cubicBezTo>
                  <a:lnTo>
                    <a:pt x="1103" y="5821"/>
                  </a:lnTo>
                  <a:cubicBezTo>
                    <a:pt x="725" y="6199"/>
                    <a:pt x="725" y="6829"/>
                    <a:pt x="1103" y="7239"/>
                  </a:cubicBezTo>
                  <a:cubicBezTo>
                    <a:pt x="1292" y="7428"/>
                    <a:pt x="1544" y="7491"/>
                    <a:pt x="1765" y="7554"/>
                  </a:cubicBezTo>
                  <a:cubicBezTo>
                    <a:pt x="1765" y="7774"/>
                    <a:pt x="1891" y="8026"/>
                    <a:pt x="2080" y="8215"/>
                  </a:cubicBezTo>
                  <a:cubicBezTo>
                    <a:pt x="2300" y="8404"/>
                    <a:pt x="2521" y="8499"/>
                    <a:pt x="2773" y="8530"/>
                  </a:cubicBezTo>
                  <a:cubicBezTo>
                    <a:pt x="2773" y="8751"/>
                    <a:pt x="2867" y="9003"/>
                    <a:pt x="3088" y="9192"/>
                  </a:cubicBezTo>
                  <a:cubicBezTo>
                    <a:pt x="3277" y="9381"/>
                    <a:pt x="3497" y="9475"/>
                    <a:pt x="3749" y="9507"/>
                  </a:cubicBezTo>
                  <a:cubicBezTo>
                    <a:pt x="3749" y="9759"/>
                    <a:pt x="3875" y="9980"/>
                    <a:pt x="4064" y="10169"/>
                  </a:cubicBezTo>
                  <a:cubicBezTo>
                    <a:pt x="4253" y="10373"/>
                    <a:pt x="4521" y="10476"/>
                    <a:pt x="4789" y="10476"/>
                  </a:cubicBezTo>
                  <a:cubicBezTo>
                    <a:pt x="5057" y="10476"/>
                    <a:pt x="5325" y="10373"/>
                    <a:pt x="5514" y="10169"/>
                  </a:cubicBezTo>
                  <a:lnTo>
                    <a:pt x="5766" y="9948"/>
                  </a:lnTo>
                  <a:lnTo>
                    <a:pt x="6459" y="10673"/>
                  </a:lnTo>
                  <a:cubicBezTo>
                    <a:pt x="6664" y="10862"/>
                    <a:pt x="6939" y="10956"/>
                    <a:pt x="7219" y="10956"/>
                  </a:cubicBezTo>
                  <a:cubicBezTo>
                    <a:pt x="7498" y="10956"/>
                    <a:pt x="7782" y="10862"/>
                    <a:pt x="8003" y="10673"/>
                  </a:cubicBezTo>
                  <a:cubicBezTo>
                    <a:pt x="8192" y="10452"/>
                    <a:pt x="8286" y="10232"/>
                    <a:pt x="8318" y="9980"/>
                  </a:cubicBezTo>
                  <a:cubicBezTo>
                    <a:pt x="8538" y="9980"/>
                    <a:pt x="8790" y="9885"/>
                    <a:pt x="8979" y="9665"/>
                  </a:cubicBezTo>
                  <a:cubicBezTo>
                    <a:pt x="9168" y="9475"/>
                    <a:pt x="9263" y="9255"/>
                    <a:pt x="9294" y="9003"/>
                  </a:cubicBezTo>
                  <a:cubicBezTo>
                    <a:pt x="9546" y="9003"/>
                    <a:pt x="9767" y="8877"/>
                    <a:pt x="9956" y="8688"/>
                  </a:cubicBezTo>
                  <a:cubicBezTo>
                    <a:pt x="10176" y="8499"/>
                    <a:pt x="10239" y="8247"/>
                    <a:pt x="10271" y="8026"/>
                  </a:cubicBezTo>
                  <a:cubicBezTo>
                    <a:pt x="10523" y="8026"/>
                    <a:pt x="10743" y="7900"/>
                    <a:pt x="10964" y="7711"/>
                  </a:cubicBezTo>
                  <a:cubicBezTo>
                    <a:pt x="11342" y="7302"/>
                    <a:pt x="11342" y="6640"/>
                    <a:pt x="10964" y="6262"/>
                  </a:cubicBezTo>
                  <a:lnTo>
                    <a:pt x="10680" y="5978"/>
                  </a:lnTo>
                  <a:lnTo>
                    <a:pt x="11594" y="5065"/>
                  </a:lnTo>
                  <a:cubicBezTo>
                    <a:pt x="11909" y="4687"/>
                    <a:pt x="11909" y="4057"/>
                    <a:pt x="11468" y="3647"/>
                  </a:cubicBezTo>
                  <a:lnTo>
                    <a:pt x="8034" y="308"/>
                  </a:lnTo>
                  <a:cubicBezTo>
                    <a:pt x="7845" y="103"/>
                    <a:pt x="7577" y="0"/>
                    <a:pt x="73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262;p20">
            <a:extLst>
              <a:ext uri="{FF2B5EF4-FFF2-40B4-BE49-F238E27FC236}">
                <a16:creationId xmlns:a16="http://schemas.microsoft.com/office/drawing/2014/main" id="{084AC554-472C-9FE2-D2B4-07D4832412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57698" y="806084"/>
            <a:ext cx="2668493" cy="25515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dirty="0"/>
              <a:t>M</a:t>
            </a:r>
            <a:r>
              <a:rPr lang="en" sz="1800" dirty="0"/>
              <a:t>ercados atendidos</a:t>
            </a:r>
            <a:endParaRPr sz="1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DBAA4F-4F71-E31A-C12F-A69B71B92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77" y="975215"/>
            <a:ext cx="5473840" cy="3515848"/>
          </a:xfrm>
          <a:prstGeom prst="rect">
            <a:avLst/>
          </a:prstGeom>
        </p:spPr>
      </p:pic>
      <p:sp>
        <p:nvSpPr>
          <p:cNvPr id="27" name="Google Shape;262;p20">
            <a:extLst>
              <a:ext uri="{FF2B5EF4-FFF2-40B4-BE49-F238E27FC236}">
                <a16:creationId xmlns:a16="http://schemas.microsoft.com/office/drawing/2014/main" id="{5669FF51-6A23-8A44-38D7-0A48B8722A8D}"/>
              </a:ext>
            </a:extLst>
          </p:cNvPr>
          <p:cNvSpPr txBox="1">
            <a:spLocks/>
          </p:cNvSpPr>
          <p:nvPr/>
        </p:nvSpPr>
        <p:spPr>
          <a:xfrm>
            <a:off x="6148986" y="2959476"/>
            <a:ext cx="2668493" cy="25515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lvl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5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buClrTx/>
              <a:buFontTx/>
            </a:pPr>
            <a:r>
              <a:rPr lang="es-419" sz="1800" dirty="0"/>
              <a:t>PRINCIPALES SOCIOS COMERCIALES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FFCEA46B-9732-A1FC-940D-803A0AE2D345}"/>
              </a:ext>
            </a:extLst>
          </p:cNvPr>
          <p:cNvSpPr txBox="1"/>
          <p:nvPr/>
        </p:nvSpPr>
        <p:spPr>
          <a:xfrm>
            <a:off x="5882195" y="3444687"/>
            <a:ext cx="16033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419" sz="1200" dirty="0"/>
              <a:t>Grupo </a:t>
            </a:r>
            <a:r>
              <a:rPr lang="es-419" sz="1200" dirty="0" err="1"/>
              <a:t>Pakanatmu</a:t>
            </a:r>
            <a:endParaRPr lang="es-419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419" sz="1200" dirty="0"/>
              <a:t>Grupo Cabal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419" sz="1200" dirty="0"/>
              <a:t>Grupo </a:t>
            </a:r>
            <a:r>
              <a:rPr lang="es-419" sz="1200" dirty="0" err="1"/>
              <a:t>Ferronor</a:t>
            </a:r>
            <a:endParaRPr lang="es-419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419" sz="1200" dirty="0"/>
              <a:t>Grupo La Viga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59E62C23-14D3-CDE3-5BCB-594294CA2E65}"/>
              </a:ext>
            </a:extLst>
          </p:cNvPr>
          <p:cNvSpPr txBox="1"/>
          <p:nvPr/>
        </p:nvSpPr>
        <p:spPr>
          <a:xfrm>
            <a:off x="7427346" y="3437896"/>
            <a:ext cx="15608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200" dirty="0"/>
              <a:t>Grupo Maestro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200" dirty="0"/>
              <a:t>Grupo Dino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200" dirty="0"/>
              <a:t>Grupo Santa Fe</a:t>
            </a:r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58E7F669-155F-35EC-1CB5-19264AD46E41}"/>
              </a:ext>
            </a:extLst>
          </p:cNvPr>
          <p:cNvCxnSpPr>
            <a:cxnSpLocks/>
          </p:cNvCxnSpPr>
          <p:nvPr/>
        </p:nvCxnSpPr>
        <p:spPr>
          <a:xfrm>
            <a:off x="389744" y="4631961"/>
            <a:ext cx="812697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B6B8561-935C-A049-4F73-7A0D48406759}"/>
              </a:ext>
            </a:extLst>
          </p:cNvPr>
          <p:cNvSpPr txBox="1"/>
          <p:nvPr/>
        </p:nvSpPr>
        <p:spPr>
          <a:xfrm>
            <a:off x="310877" y="4660715"/>
            <a:ext cx="8215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000" dirty="0"/>
              <a:t>Gerdau S.A.A. es la principal empresa de productos de acero en Latinoamerica. Gracias a esto, la empresa </a:t>
            </a:r>
            <a:r>
              <a:rPr lang="es-419" sz="1000" dirty="0" err="1"/>
              <a:t>Siderperu</a:t>
            </a:r>
            <a:r>
              <a:rPr lang="es-419" sz="1000" dirty="0"/>
              <a:t> expandió su relaciones supranacionales expandiéndose al mercado boliviano, siendo el mercado externo el 3% de su participación en el año 2024.</a:t>
            </a:r>
          </a:p>
        </p:txBody>
      </p:sp>
    </p:spTree>
    <p:extLst>
      <p:ext uri="{BB962C8B-B14F-4D97-AF65-F5344CB8AC3E}">
        <p14:creationId xmlns:p14="http://schemas.microsoft.com/office/powerpoint/2010/main" val="212162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D40F2AD-7202-A948-0750-06E19D8E4888}"/>
              </a:ext>
            </a:extLst>
          </p:cNvPr>
          <p:cNvSpPr txBox="1"/>
          <p:nvPr/>
        </p:nvSpPr>
        <p:spPr>
          <a:xfrm>
            <a:off x="2286000" y="24178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ACFD79-7E71-192E-06D6-93F9022F203F}"/>
              </a:ext>
            </a:extLst>
          </p:cNvPr>
          <p:cNvSpPr txBox="1"/>
          <p:nvPr/>
        </p:nvSpPr>
        <p:spPr>
          <a:xfrm>
            <a:off x="2286000" y="24178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5E8EA0A-09C2-7C1E-806F-D9F8CABC1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419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2FC80CC-CB72-4412-1B2F-84FFC38EAEAD}"/>
              </a:ext>
            </a:extLst>
          </p:cNvPr>
          <p:cNvSpPr txBox="1"/>
          <p:nvPr/>
        </p:nvSpPr>
        <p:spPr>
          <a:xfrm>
            <a:off x="2286000" y="24178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A538914-6D2B-F864-C007-9AF7F5B7A4C9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87420D6-A767-9060-F6A2-FE9EA550A31E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Resultados económicos históricos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BFEBD614-FB7A-32EE-4C72-FAF909112A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449"/>
          <a:stretch/>
        </p:blipFill>
        <p:spPr>
          <a:xfrm>
            <a:off x="293099" y="1010304"/>
            <a:ext cx="4496006" cy="3430669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824EA343-3E20-7A74-730E-D3613CB81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633" y="1811981"/>
            <a:ext cx="4196687" cy="199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753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F096A148-1DFE-794B-2B5F-D9CD3C887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" y="5267"/>
            <a:ext cx="9145277" cy="4169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0F0BADA0-A86E-3F90-7297-2A8470317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279" y="1074167"/>
            <a:ext cx="8327036" cy="2276856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s-419" sz="6600" dirty="0">
                <a:solidFill>
                  <a:schemeClr val="bg1"/>
                </a:solidFill>
              </a:rPr>
              <a:t>Planeamiento financiero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A024BC81-54D4-5F27-BC91-8B5D8C85C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16" b="89451" l="4907" r="94078">
                        <a14:foregroundMark x1="17766" y1="39030" x2="17766" y2="39030"/>
                        <a14:foregroundMark x1="5415" y1="39451" x2="5415" y2="39451"/>
                        <a14:foregroundMark x1="5076" y1="43460" x2="5076" y2="43460"/>
                        <a14:foregroundMark x1="5415" y1="53165" x2="5415" y2="53165"/>
                        <a14:foregroundMark x1="29780" y1="46835" x2="29780" y2="46835"/>
                        <a14:foregroundMark x1="33841" y1="49367" x2="33841" y2="49367"/>
                        <a14:foregroundMark x1="37902" y1="49156" x2="37902" y2="49156"/>
                        <a14:foregroundMark x1="46362" y1="49156" x2="46362" y2="49156"/>
                        <a14:foregroundMark x1="54822" y1="49367" x2="54822" y2="49367"/>
                        <a14:foregroundMark x1="63283" y1="49156" x2="63283" y2="49156"/>
                        <a14:foregroundMark x1="72758" y1="49578" x2="72758" y2="49578"/>
                        <a14:foregroundMark x1="80203" y1="49367" x2="80203" y2="49367"/>
                        <a14:foregroundMark x1="89002" y1="49156" x2="89002" y2="49156"/>
                        <a14:foregroundMark x1="94078" y1="50000" x2="94078" y2="50000"/>
                        <a14:foregroundMark x1="24535" y1="63291" x2="24535" y2="63291"/>
                        <a14:foregroundMark x1="27919" y1="63291" x2="27919" y2="63291"/>
                        <a14:foregroundMark x1="31134" y1="63502" x2="31134" y2="63502"/>
                        <a14:foregroundMark x1="33672" y1="63924" x2="33672" y2="63924"/>
                        <a14:foregroundMark x1="37394" y1="64557" x2="37394" y2="64557"/>
                        <a14:foregroundMark x1="40778" y1="64135" x2="40778" y2="64135"/>
                        <a14:foregroundMark x1="43316" y1="64557" x2="43316" y2="64557"/>
                        <a14:foregroundMark x1="49239" y1="64557" x2="49239" y2="64557"/>
                        <a14:foregroundMark x1="51100" y1="64557" x2="51100" y2="64557"/>
                        <a14:foregroundMark x1="54146" y1="64557" x2="54146" y2="64557"/>
                        <a14:foregroundMark x1="57191" y1="64557" x2="57191" y2="64557"/>
                        <a14:foregroundMark x1="61252" y1="64557" x2="61252" y2="64557"/>
                        <a14:foregroundMark x1="63790" y1="64557" x2="63790" y2="64557"/>
                        <a14:foregroundMark x1="65482" y1="65190" x2="65482" y2="65190"/>
                        <a14:foregroundMark x1="66836" y1="61181" x2="66836" y2="61181"/>
                        <a14:foregroundMark x1="51100" y1="63291" x2="51100" y2="63291"/>
                        <a14:backgroundMark x1="66328" y1="49578" x2="66328" y2="49578"/>
                        <a14:backgroundMark x1="57022" y1="49367" x2="57022" y2="49367"/>
                        <a14:backgroundMark x1="82910" y1="49367" x2="82910" y2="49367"/>
                        <a14:backgroundMark x1="43655" y1="65190" x2="43655" y2="65190"/>
                        <a14:backgroundMark x1="48054" y1="64768" x2="48054" y2="64768"/>
                        <a14:backgroundMark x1="51607" y1="63924" x2="51607" y2="63924"/>
                        <a14:backgroundMark x1="57868" y1="63080" x2="57868" y2="63080"/>
                        <a14:backgroundMark x1="61252" y1="63924" x2="61252" y2="63924"/>
                        <a14:backgroundMark x1="31472" y1="64346" x2="31472" y2="64346"/>
                        <a14:backgroundMark x1="31303" y1="65823" x2="31303" y2="658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534" y="3802027"/>
            <a:ext cx="2036525" cy="163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7125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F096A148-1DFE-794B-2B5F-D9CD3C887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" y="5267"/>
            <a:ext cx="9145277" cy="4169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0F0BADA0-A86E-3F90-7297-2A8470317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279" y="1074167"/>
            <a:ext cx="8327036" cy="2276856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s-419" sz="6600" dirty="0">
                <a:solidFill>
                  <a:schemeClr val="bg1"/>
                </a:solidFill>
              </a:rPr>
              <a:t>Pronóstico financiero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A024BC81-54D4-5F27-BC91-8B5D8C85C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16" b="89451" l="4907" r="94078">
                        <a14:foregroundMark x1="17766" y1="39030" x2="17766" y2="39030"/>
                        <a14:foregroundMark x1="5415" y1="39451" x2="5415" y2="39451"/>
                        <a14:foregroundMark x1="5076" y1="43460" x2="5076" y2="43460"/>
                        <a14:foregroundMark x1="5415" y1="53165" x2="5415" y2="53165"/>
                        <a14:foregroundMark x1="29780" y1="46835" x2="29780" y2="46835"/>
                        <a14:foregroundMark x1="33841" y1="49367" x2="33841" y2="49367"/>
                        <a14:foregroundMark x1="37902" y1="49156" x2="37902" y2="49156"/>
                        <a14:foregroundMark x1="46362" y1="49156" x2="46362" y2="49156"/>
                        <a14:foregroundMark x1="54822" y1="49367" x2="54822" y2="49367"/>
                        <a14:foregroundMark x1="63283" y1="49156" x2="63283" y2="49156"/>
                        <a14:foregroundMark x1="72758" y1="49578" x2="72758" y2="49578"/>
                        <a14:foregroundMark x1="80203" y1="49367" x2="80203" y2="49367"/>
                        <a14:foregroundMark x1="89002" y1="49156" x2="89002" y2="49156"/>
                        <a14:foregroundMark x1="94078" y1="50000" x2="94078" y2="50000"/>
                        <a14:foregroundMark x1="24535" y1="63291" x2="24535" y2="63291"/>
                        <a14:foregroundMark x1="27919" y1="63291" x2="27919" y2="63291"/>
                        <a14:foregroundMark x1="31134" y1="63502" x2="31134" y2="63502"/>
                        <a14:foregroundMark x1="33672" y1="63924" x2="33672" y2="63924"/>
                        <a14:foregroundMark x1="37394" y1="64557" x2="37394" y2="64557"/>
                        <a14:foregroundMark x1="40778" y1="64135" x2="40778" y2="64135"/>
                        <a14:foregroundMark x1="43316" y1="64557" x2="43316" y2="64557"/>
                        <a14:foregroundMark x1="49239" y1="64557" x2="49239" y2="64557"/>
                        <a14:foregroundMark x1="51100" y1="64557" x2="51100" y2="64557"/>
                        <a14:foregroundMark x1="54146" y1="64557" x2="54146" y2="64557"/>
                        <a14:foregroundMark x1="57191" y1="64557" x2="57191" y2="64557"/>
                        <a14:foregroundMark x1="61252" y1="64557" x2="61252" y2="64557"/>
                        <a14:foregroundMark x1="63790" y1="64557" x2="63790" y2="64557"/>
                        <a14:foregroundMark x1="65482" y1="65190" x2="65482" y2="65190"/>
                        <a14:foregroundMark x1="66836" y1="61181" x2="66836" y2="61181"/>
                        <a14:foregroundMark x1="51100" y1="63291" x2="51100" y2="63291"/>
                        <a14:backgroundMark x1="66328" y1="49578" x2="66328" y2="49578"/>
                        <a14:backgroundMark x1="57022" y1="49367" x2="57022" y2="49367"/>
                        <a14:backgroundMark x1="82910" y1="49367" x2="82910" y2="49367"/>
                        <a14:backgroundMark x1="43655" y1="65190" x2="43655" y2="65190"/>
                        <a14:backgroundMark x1="48054" y1="64768" x2="48054" y2="64768"/>
                        <a14:backgroundMark x1="51607" y1="63924" x2="51607" y2="63924"/>
                        <a14:backgroundMark x1="57868" y1="63080" x2="57868" y2="63080"/>
                        <a14:backgroundMark x1="61252" y1="63924" x2="61252" y2="63924"/>
                        <a14:backgroundMark x1="31472" y1="64346" x2="31472" y2="64346"/>
                        <a14:backgroundMark x1="31303" y1="65823" x2="31303" y2="658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534" y="3802027"/>
            <a:ext cx="2036525" cy="163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3305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64F1E06-3712-5621-5E72-8E550A8E6D9F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989D00-E636-1410-073E-92AAC82714EA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Planeamiento Financiero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6C1E79D-15E7-D5AC-53B1-D93EEB452AF4}"/>
              </a:ext>
            </a:extLst>
          </p:cNvPr>
          <p:cNvSpPr/>
          <p:nvPr/>
        </p:nvSpPr>
        <p:spPr>
          <a:xfrm>
            <a:off x="0" y="718185"/>
            <a:ext cx="2968052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>
                <a:latin typeface="Abadi" panose="020F0502020204030204" pitchFamily="34" charset="0"/>
                <a:cs typeface="Aharoni" panose="02010803020104030203" pitchFamily="2" charset="-79"/>
              </a:rPr>
              <a:t>Proyección de las cuentas</a:t>
            </a:r>
          </a:p>
        </p:txBody>
      </p:sp>
      <p:pic>
        <p:nvPicPr>
          <p:cNvPr id="43" name="Imagen 42">
            <a:extLst>
              <a:ext uri="{FF2B5EF4-FFF2-40B4-BE49-F238E27FC236}">
                <a16:creationId xmlns:a16="http://schemas.microsoft.com/office/drawing/2014/main" id="{FB3FF9D7-A91F-E72C-EECF-1F202B32BE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77"/>
          <a:stretch/>
        </p:blipFill>
        <p:spPr>
          <a:xfrm>
            <a:off x="202368" y="1383433"/>
            <a:ext cx="4781862" cy="2716376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3198717F-0576-4343-9091-60BCC0685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152" y="1390928"/>
            <a:ext cx="3837482" cy="271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540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64F1E06-3712-5621-5E72-8E550A8E6D9F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989D00-E636-1410-073E-92AAC82714EA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Planeamiento Financiero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C914B29-A945-2AB3-A6F6-DFBE6D11B659}"/>
              </a:ext>
            </a:extLst>
          </p:cNvPr>
          <p:cNvSpPr/>
          <p:nvPr/>
        </p:nvSpPr>
        <p:spPr>
          <a:xfrm>
            <a:off x="0" y="718185"/>
            <a:ext cx="221742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Matriz </a:t>
            </a:r>
            <a:r>
              <a:rPr lang="es-419" dirty="0" err="1"/>
              <a:t>Canvas</a:t>
            </a:r>
            <a:endParaRPr lang="es-419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AE76DC-2A92-3ECB-3F20-50483262A972}"/>
              </a:ext>
            </a:extLst>
          </p:cNvPr>
          <p:cNvSpPr/>
          <p:nvPr/>
        </p:nvSpPr>
        <p:spPr>
          <a:xfrm>
            <a:off x="0" y="718185"/>
            <a:ext cx="2600793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latin typeface="Abadi" panose="020F0502020204030204" pitchFamily="34" charset="0"/>
              </a:rPr>
              <a:t>Necesidades Futuras de Fondos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EF01603-F30B-51EB-5979-DD8B47F72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15" y="1465300"/>
            <a:ext cx="8146969" cy="2453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670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64F1E06-3712-5621-5E72-8E550A8E6D9F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989D00-E636-1410-073E-92AAC82714EA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Planeamiento Financiero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2480953-348F-4036-CFB7-51D76F6B2DF1}"/>
              </a:ext>
            </a:extLst>
          </p:cNvPr>
          <p:cNvSpPr/>
          <p:nvPr/>
        </p:nvSpPr>
        <p:spPr>
          <a:xfrm>
            <a:off x="0" y="718185"/>
            <a:ext cx="221742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Matriz </a:t>
            </a:r>
            <a:r>
              <a:rPr lang="es-419" dirty="0" err="1"/>
              <a:t>Canvas</a:t>
            </a:r>
            <a:endParaRPr lang="es-419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2E87F1-471F-049B-7BA0-D033282F2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87" y="1143782"/>
            <a:ext cx="6087625" cy="3348990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DF24A43B-8202-7C5A-7F26-8E82D9C5A143}"/>
              </a:ext>
            </a:extLst>
          </p:cNvPr>
          <p:cNvSpPr/>
          <p:nvPr/>
        </p:nvSpPr>
        <p:spPr>
          <a:xfrm>
            <a:off x="0" y="718185"/>
            <a:ext cx="2600793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latin typeface="Abadi" panose="020F0502020204030204" pitchFamily="34" charset="0"/>
              </a:rPr>
              <a:t>Necesidades Futuras de Fondos</a:t>
            </a:r>
          </a:p>
        </p:txBody>
      </p:sp>
    </p:spTree>
    <p:extLst>
      <p:ext uri="{BB962C8B-B14F-4D97-AF65-F5344CB8AC3E}">
        <p14:creationId xmlns:p14="http://schemas.microsoft.com/office/powerpoint/2010/main" val="527649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F096A148-1DFE-794B-2B5F-D9CD3C887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" y="5267"/>
            <a:ext cx="9145277" cy="4169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0F0BADA0-A86E-3F90-7297-2A8470317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279" y="1074167"/>
            <a:ext cx="8327036" cy="2276856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s-419" sz="6600" dirty="0">
                <a:solidFill>
                  <a:schemeClr val="bg1"/>
                </a:solidFill>
              </a:rPr>
              <a:t>Presupuesto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A024BC81-54D4-5F27-BC91-8B5D8C85C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16" b="89451" l="4907" r="94078">
                        <a14:foregroundMark x1="17766" y1="39030" x2="17766" y2="39030"/>
                        <a14:foregroundMark x1="5415" y1="39451" x2="5415" y2="39451"/>
                        <a14:foregroundMark x1="5076" y1="43460" x2="5076" y2="43460"/>
                        <a14:foregroundMark x1="5415" y1="53165" x2="5415" y2="53165"/>
                        <a14:foregroundMark x1="29780" y1="46835" x2="29780" y2="46835"/>
                        <a14:foregroundMark x1="33841" y1="49367" x2="33841" y2="49367"/>
                        <a14:foregroundMark x1="37902" y1="49156" x2="37902" y2="49156"/>
                        <a14:foregroundMark x1="46362" y1="49156" x2="46362" y2="49156"/>
                        <a14:foregroundMark x1="54822" y1="49367" x2="54822" y2="49367"/>
                        <a14:foregroundMark x1="63283" y1="49156" x2="63283" y2="49156"/>
                        <a14:foregroundMark x1="72758" y1="49578" x2="72758" y2="49578"/>
                        <a14:foregroundMark x1="80203" y1="49367" x2="80203" y2="49367"/>
                        <a14:foregroundMark x1="89002" y1="49156" x2="89002" y2="49156"/>
                        <a14:foregroundMark x1="94078" y1="50000" x2="94078" y2="50000"/>
                        <a14:foregroundMark x1="24535" y1="63291" x2="24535" y2="63291"/>
                        <a14:foregroundMark x1="27919" y1="63291" x2="27919" y2="63291"/>
                        <a14:foregroundMark x1="31134" y1="63502" x2="31134" y2="63502"/>
                        <a14:foregroundMark x1="33672" y1="63924" x2="33672" y2="63924"/>
                        <a14:foregroundMark x1="37394" y1="64557" x2="37394" y2="64557"/>
                        <a14:foregroundMark x1="40778" y1="64135" x2="40778" y2="64135"/>
                        <a14:foregroundMark x1="43316" y1="64557" x2="43316" y2="64557"/>
                        <a14:foregroundMark x1="49239" y1="64557" x2="49239" y2="64557"/>
                        <a14:foregroundMark x1="51100" y1="64557" x2="51100" y2="64557"/>
                        <a14:foregroundMark x1="54146" y1="64557" x2="54146" y2="64557"/>
                        <a14:foregroundMark x1="57191" y1="64557" x2="57191" y2="64557"/>
                        <a14:foregroundMark x1="61252" y1="64557" x2="61252" y2="64557"/>
                        <a14:foregroundMark x1="63790" y1="64557" x2="63790" y2="64557"/>
                        <a14:foregroundMark x1="65482" y1="65190" x2="65482" y2="65190"/>
                        <a14:foregroundMark x1="66836" y1="61181" x2="66836" y2="61181"/>
                        <a14:foregroundMark x1="51100" y1="63291" x2="51100" y2="63291"/>
                        <a14:backgroundMark x1="66328" y1="49578" x2="66328" y2="49578"/>
                        <a14:backgroundMark x1="57022" y1="49367" x2="57022" y2="49367"/>
                        <a14:backgroundMark x1="82910" y1="49367" x2="82910" y2="49367"/>
                        <a14:backgroundMark x1="43655" y1="65190" x2="43655" y2="65190"/>
                        <a14:backgroundMark x1="48054" y1="64768" x2="48054" y2="64768"/>
                        <a14:backgroundMark x1="51607" y1="63924" x2="51607" y2="63924"/>
                        <a14:backgroundMark x1="57868" y1="63080" x2="57868" y2="63080"/>
                        <a14:backgroundMark x1="61252" y1="63924" x2="61252" y2="63924"/>
                        <a14:backgroundMark x1="31472" y1="64346" x2="31472" y2="64346"/>
                        <a14:backgroundMark x1="31303" y1="65823" x2="31303" y2="658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534" y="3802027"/>
            <a:ext cx="2036525" cy="163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817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64F1E06-3712-5621-5E72-8E550A8E6D9F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989D00-E636-1410-073E-92AAC82714EA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Planeamiento Financiero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A3A1D91-442D-22BB-D0C1-8DCDAD81C325}"/>
              </a:ext>
            </a:extLst>
          </p:cNvPr>
          <p:cNvSpPr/>
          <p:nvPr/>
        </p:nvSpPr>
        <p:spPr>
          <a:xfrm>
            <a:off x="0" y="718185"/>
            <a:ext cx="221742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Matriz </a:t>
            </a:r>
            <a:r>
              <a:rPr lang="es-419" dirty="0" err="1"/>
              <a:t>Canvas</a:t>
            </a:r>
            <a:endParaRPr lang="es-419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67805E9-1B7A-1F65-A31E-8BB2E6CB27FE}"/>
              </a:ext>
            </a:extLst>
          </p:cNvPr>
          <p:cNvSpPr/>
          <p:nvPr/>
        </p:nvSpPr>
        <p:spPr>
          <a:xfrm>
            <a:off x="0" y="718185"/>
            <a:ext cx="2863121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latin typeface="Abadi" panose="020F0502020204030204" pitchFamily="34" charset="0"/>
              </a:rPr>
              <a:t>Proyección del mercado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8A8040E-6920-9066-0CE0-87E99BF98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458" y="1453939"/>
            <a:ext cx="6142252" cy="103641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F3E25F8-32E9-0757-6194-538364F6B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3458" y="2653152"/>
            <a:ext cx="5989839" cy="1455546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A83F7E96-63F9-66B7-7804-34AC2C270AA7}"/>
              </a:ext>
            </a:extLst>
          </p:cNvPr>
          <p:cNvCxnSpPr>
            <a:cxnSpLocks/>
          </p:cNvCxnSpPr>
          <p:nvPr/>
        </p:nvCxnSpPr>
        <p:spPr>
          <a:xfrm>
            <a:off x="389744" y="4631961"/>
            <a:ext cx="812697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BB9C00EF-5AC4-A9B3-E478-E9051C6D5836}"/>
              </a:ext>
            </a:extLst>
          </p:cNvPr>
          <p:cNvSpPr txBox="1"/>
          <p:nvPr/>
        </p:nvSpPr>
        <p:spPr>
          <a:xfrm>
            <a:off x="310877" y="4660715"/>
            <a:ext cx="8215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000" dirty="0"/>
              <a:t>La </a:t>
            </a:r>
            <a:r>
              <a:rPr lang="es-419" sz="1000" b="1" dirty="0"/>
              <a:t>proyección de ventas </a:t>
            </a:r>
            <a:r>
              <a:rPr lang="es-419" sz="1000" dirty="0"/>
              <a:t>mantiene el nivel de participación por semestre del año previo. Se estima la proyección a un total de s/ 2.5 billones. </a:t>
            </a:r>
          </a:p>
        </p:txBody>
      </p:sp>
    </p:spTree>
    <p:extLst>
      <p:ext uri="{BB962C8B-B14F-4D97-AF65-F5344CB8AC3E}">
        <p14:creationId xmlns:p14="http://schemas.microsoft.com/office/powerpoint/2010/main" val="2122522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64F1E06-3712-5621-5E72-8E550A8E6D9F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989D00-E636-1410-073E-92AAC82714EA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Planeamiento Financiero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AFCD240-92A8-3380-C806-23B9F21BA776}"/>
              </a:ext>
            </a:extLst>
          </p:cNvPr>
          <p:cNvSpPr/>
          <p:nvPr/>
        </p:nvSpPr>
        <p:spPr>
          <a:xfrm>
            <a:off x="0" y="718185"/>
            <a:ext cx="2765685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Proyección del mercado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FE2DDD3-BBB0-0083-998E-9545F3241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565" y="1076325"/>
            <a:ext cx="4962869" cy="3477130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E98E6881-FDB9-E52F-FB94-B7DB96E4C904}"/>
              </a:ext>
            </a:extLst>
          </p:cNvPr>
          <p:cNvSpPr/>
          <p:nvPr/>
        </p:nvSpPr>
        <p:spPr>
          <a:xfrm>
            <a:off x="0" y="718185"/>
            <a:ext cx="2863121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latin typeface="Abadi" panose="020F0502020204030204" pitchFamily="34" charset="0"/>
              </a:rPr>
              <a:t>Proyección del mercado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A993E22-3916-2E97-3140-E3D258FDB4AC}"/>
              </a:ext>
            </a:extLst>
          </p:cNvPr>
          <p:cNvCxnSpPr>
            <a:cxnSpLocks/>
          </p:cNvCxnSpPr>
          <p:nvPr/>
        </p:nvCxnSpPr>
        <p:spPr>
          <a:xfrm>
            <a:off x="389744" y="4631961"/>
            <a:ext cx="812697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2DF1ED98-3988-0B75-1217-D5A9EB8255C6}"/>
              </a:ext>
            </a:extLst>
          </p:cNvPr>
          <p:cNvSpPr txBox="1"/>
          <p:nvPr/>
        </p:nvSpPr>
        <p:spPr>
          <a:xfrm>
            <a:off x="310877" y="4660715"/>
            <a:ext cx="8215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000" dirty="0"/>
              <a:t>La </a:t>
            </a:r>
            <a:r>
              <a:rPr lang="es-419" sz="1000" b="1" dirty="0"/>
              <a:t>participación segmentada de las ventas </a:t>
            </a:r>
            <a:r>
              <a:rPr lang="es-419" sz="1000" dirty="0"/>
              <a:t>de las empresas mantienen la misma participación respecto al año anterior.</a:t>
            </a:r>
          </a:p>
        </p:txBody>
      </p:sp>
    </p:spTree>
    <p:extLst>
      <p:ext uri="{BB962C8B-B14F-4D97-AF65-F5344CB8AC3E}">
        <p14:creationId xmlns:p14="http://schemas.microsoft.com/office/powerpoint/2010/main" val="408876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64F1E06-3712-5621-5E72-8E550A8E6D9F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989D00-E636-1410-073E-92AAC82714EA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Planeamiento Financiero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AFCD240-92A8-3380-C806-23B9F21BA776}"/>
              </a:ext>
            </a:extLst>
          </p:cNvPr>
          <p:cNvSpPr/>
          <p:nvPr/>
        </p:nvSpPr>
        <p:spPr>
          <a:xfrm>
            <a:off x="0" y="718185"/>
            <a:ext cx="2765685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Proyección del mercado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98E6881-FDB9-E52F-FB94-B7DB96E4C904}"/>
              </a:ext>
            </a:extLst>
          </p:cNvPr>
          <p:cNvSpPr/>
          <p:nvPr/>
        </p:nvSpPr>
        <p:spPr>
          <a:xfrm>
            <a:off x="0" y="718185"/>
            <a:ext cx="2863121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latin typeface="Abadi" panose="020F0502020204030204" pitchFamily="34" charset="0"/>
              </a:rPr>
              <a:t>Presupuesto de Ventas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A38C11D-9F22-C220-3D03-F17FB796A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07" y="1575937"/>
            <a:ext cx="8156182" cy="1991626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9F9AB6B8-FB12-4146-AED0-EF15799FE7C8}"/>
              </a:ext>
            </a:extLst>
          </p:cNvPr>
          <p:cNvCxnSpPr>
            <a:cxnSpLocks/>
          </p:cNvCxnSpPr>
          <p:nvPr/>
        </p:nvCxnSpPr>
        <p:spPr>
          <a:xfrm>
            <a:off x="389744" y="4631961"/>
            <a:ext cx="812697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3BE3D5E-F568-94F1-C968-4E958D422C79}"/>
              </a:ext>
            </a:extLst>
          </p:cNvPr>
          <p:cNvSpPr txBox="1"/>
          <p:nvPr/>
        </p:nvSpPr>
        <p:spPr>
          <a:xfrm>
            <a:off x="310877" y="4660715"/>
            <a:ext cx="8215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000" dirty="0"/>
              <a:t>El </a:t>
            </a:r>
            <a:r>
              <a:rPr lang="es-419" sz="1000" b="1" dirty="0"/>
              <a:t>precio unitario de cada unidad producida </a:t>
            </a:r>
            <a:r>
              <a:rPr lang="es-419" sz="1000" dirty="0"/>
              <a:t>(TM) es de s/ 4 200. El </a:t>
            </a:r>
            <a:r>
              <a:rPr lang="es-419" sz="1000" b="1" dirty="0"/>
              <a:t>recargo por ventas al crédito </a:t>
            </a:r>
            <a:r>
              <a:rPr lang="es-419" sz="1000" dirty="0"/>
              <a:t>es de 10% y el </a:t>
            </a:r>
            <a:r>
              <a:rPr lang="es-419" sz="1000" b="1" dirty="0"/>
              <a:t>tiempo de pago </a:t>
            </a:r>
            <a:r>
              <a:rPr lang="es-419" sz="1000" dirty="0"/>
              <a:t>es de 30 a 75, según las Memorias. Las </a:t>
            </a:r>
            <a:r>
              <a:rPr lang="es-419" sz="1000" b="1" dirty="0"/>
              <a:t>ventas proyectadas</a:t>
            </a:r>
            <a:r>
              <a:rPr lang="es-419" sz="1000" dirty="0"/>
              <a:t> son excedidas en s/ 527 millones.</a:t>
            </a:r>
          </a:p>
        </p:txBody>
      </p:sp>
    </p:spTree>
    <p:extLst>
      <p:ext uri="{BB962C8B-B14F-4D97-AF65-F5344CB8AC3E}">
        <p14:creationId xmlns:p14="http://schemas.microsoft.com/office/powerpoint/2010/main" val="575548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64F1E06-3712-5621-5E72-8E550A8E6D9F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989D00-E636-1410-073E-92AAC82714EA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Planeamiento Financiero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AFCD240-92A8-3380-C806-23B9F21BA776}"/>
              </a:ext>
            </a:extLst>
          </p:cNvPr>
          <p:cNvSpPr/>
          <p:nvPr/>
        </p:nvSpPr>
        <p:spPr>
          <a:xfrm>
            <a:off x="0" y="718185"/>
            <a:ext cx="2765685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Proyección del mercado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98E6881-FDB9-E52F-FB94-B7DB96E4C904}"/>
              </a:ext>
            </a:extLst>
          </p:cNvPr>
          <p:cNvSpPr/>
          <p:nvPr/>
        </p:nvSpPr>
        <p:spPr>
          <a:xfrm>
            <a:off x="0" y="718185"/>
            <a:ext cx="2863121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latin typeface="Abadi" panose="020F0502020204030204" pitchFamily="34" charset="0"/>
              </a:rPr>
              <a:t>Presupuesto de Producción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4DDB4C8-C05D-A78D-BD87-22FFACC37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33" y="1200150"/>
            <a:ext cx="7649994" cy="3351392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371328F-619D-D48E-B8F6-94D13D64A93E}"/>
              </a:ext>
            </a:extLst>
          </p:cNvPr>
          <p:cNvCxnSpPr>
            <a:cxnSpLocks/>
          </p:cNvCxnSpPr>
          <p:nvPr/>
        </p:nvCxnSpPr>
        <p:spPr>
          <a:xfrm>
            <a:off x="389744" y="4631961"/>
            <a:ext cx="812697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49F6A27B-0BB8-3513-1586-6A31A030D766}"/>
              </a:ext>
            </a:extLst>
          </p:cNvPr>
          <p:cNvSpPr txBox="1"/>
          <p:nvPr/>
        </p:nvSpPr>
        <p:spPr>
          <a:xfrm>
            <a:off x="310877" y="4660715"/>
            <a:ext cx="8215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000" dirty="0"/>
              <a:t>Se evidencia una </a:t>
            </a:r>
            <a:r>
              <a:rPr lang="es-419" sz="1000" b="1" dirty="0"/>
              <a:t>reducción de los precios de costos unitario</a:t>
            </a:r>
            <a:r>
              <a:rPr lang="es-419" sz="1000" dirty="0"/>
              <a:t> de la empresa para el 2T y 3T. Las unidades producidas asciende a medio millón de unidades (en TM). Los </a:t>
            </a:r>
            <a:r>
              <a:rPr lang="es-419" sz="1000" b="1" dirty="0"/>
              <a:t>costos unitarios promedio</a:t>
            </a:r>
            <a:r>
              <a:rPr lang="es-419" sz="1000" dirty="0"/>
              <a:t> ascienden a s/ 2 778 por unidades (TM) y s/ 2.8 por Kg de acero.</a:t>
            </a:r>
          </a:p>
        </p:txBody>
      </p:sp>
    </p:spTree>
    <p:extLst>
      <p:ext uri="{BB962C8B-B14F-4D97-AF65-F5344CB8AC3E}">
        <p14:creationId xmlns:p14="http://schemas.microsoft.com/office/powerpoint/2010/main" val="3923398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64F1E06-3712-5621-5E72-8E550A8E6D9F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989D00-E636-1410-073E-92AAC82714EA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Planeamiento Financiero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98E6881-FDB9-E52F-FB94-B7DB96E4C904}"/>
              </a:ext>
            </a:extLst>
          </p:cNvPr>
          <p:cNvSpPr/>
          <p:nvPr/>
        </p:nvSpPr>
        <p:spPr>
          <a:xfrm>
            <a:off x="0" y="684584"/>
            <a:ext cx="2863121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latin typeface="Abadi" panose="020F0502020204030204" pitchFamily="34" charset="0"/>
              </a:rPr>
              <a:t>Presupuesto de Gastos Generales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26658B4-B51D-5FE0-E323-4308A61CE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734" y="1042724"/>
            <a:ext cx="6146530" cy="15655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C0C8B94-9D89-97C7-12A8-A441387D4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734" y="2739325"/>
            <a:ext cx="6146530" cy="210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00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64F1E06-3712-5621-5E72-8E550A8E6D9F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989D00-E636-1410-073E-92AAC82714EA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Planeamiento Financiero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98E6881-FDB9-E52F-FB94-B7DB96E4C904}"/>
              </a:ext>
            </a:extLst>
          </p:cNvPr>
          <p:cNvSpPr/>
          <p:nvPr/>
        </p:nvSpPr>
        <p:spPr>
          <a:xfrm>
            <a:off x="0" y="684584"/>
            <a:ext cx="2863121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latin typeface="Abadi" panose="020F0502020204030204" pitchFamily="34" charset="0"/>
              </a:rPr>
              <a:t>Estado de Resultados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D43F282-C4BD-3D70-4203-56BFC16F4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226" y="1334272"/>
            <a:ext cx="6951547" cy="2750548"/>
          </a:xfrm>
          <a:prstGeom prst="rect">
            <a:avLst/>
          </a:prstGeom>
        </p:spPr>
      </p:pic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770554F5-F888-ECED-6C64-2D41DB41B0D0}"/>
              </a:ext>
            </a:extLst>
          </p:cNvPr>
          <p:cNvCxnSpPr>
            <a:cxnSpLocks/>
          </p:cNvCxnSpPr>
          <p:nvPr/>
        </p:nvCxnSpPr>
        <p:spPr>
          <a:xfrm>
            <a:off x="389744" y="4631961"/>
            <a:ext cx="812697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C825CE1F-CA41-B790-8BD9-A3BB8239F2DE}"/>
              </a:ext>
            </a:extLst>
          </p:cNvPr>
          <p:cNvSpPr txBox="1"/>
          <p:nvPr/>
        </p:nvSpPr>
        <p:spPr>
          <a:xfrm>
            <a:off x="310877" y="4660715"/>
            <a:ext cx="82159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000" dirty="0"/>
              <a:t>Se presenta utilidades netas positivas en los trimestres proyectados</a:t>
            </a:r>
          </a:p>
        </p:txBody>
      </p:sp>
    </p:spTree>
    <p:extLst>
      <p:ext uri="{BB962C8B-B14F-4D97-AF65-F5344CB8AC3E}">
        <p14:creationId xmlns:p14="http://schemas.microsoft.com/office/powerpoint/2010/main" val="2238097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64F1E06-3712-5621-5E72-8E550A8E6D9F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989D00-E636-1410-073E-92AAC82714EA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Planeamiento Financiero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98E6881-FDB9-E52F-FB94-B7DB96E4C904}"/>
              </a:ext>
            </a:extLst>
          </p:cNvPr>
          <p:cNvSpPr/>
          <p:nvPr/>
        </p:nvSpPr>
        <p:spPr>
          <a:xfrm>
            <a:off x="0" y="684584"/>
            <a:ext cx="2863121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latin typeface="Abadi" panose="020F0502020204030204" pitchFamily="34" charset="0"/>
              </a:rPr>
              <a:t>Presupuesto de Gastos Generales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8239EDA-0ABE-EBC3-C1CC-8655163F5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62" y="1350141"/>
            <a:ext cx="7266300" cy="274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085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64F1E06-3712-5621-5E72-8E550A8E6D9F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989D00-E636-1410-073E-92AAC82714EA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Planeamiento Financiero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98E6881-FDB9-E52F-FB94-B7DB96E4C904}"/>
              </a:ext>
            </a:extLst>
          </p:cNvPr>
          <p:cNvSpPr/>
          <p:nvPr/>
        </p:nvSpPr>
        <p:spPr>
          <a:xfrm>
            <a:off x="0" y="684584"/>
            <a:ext cx="2863121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latin typeface="Abadi" panose="020F0502020204030204" pitchFamily="34" charset="0"/>
              </a:rPr>
              <a:t>Capital de Trabajo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F945AA-809C-1E66-3688-79C55AB9C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260" y="1132948"/>
            <a:ext cx="4572396" cy="105165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44E98BC-FAC3-9E90-608D-5B6AA5F8A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155" y="2519206"/>
            <a:ext cx="4206605" cy="182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74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64F1E06-3712-5621-5E72-8E550A8E6D9F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989D00-E636-1410-073E-92AAC82714EA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Planeamiento Financiero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98E6881-FDB9-E52F-FB94-B7DB96E4C904}"/>
              </a:ext>
            </a:extLst>
          </p:cNvPr>
          <p:cNvSpPr/>
          <p:nvPr/>
        </p:nvSpPr>
        <p:spPr>
          <a:xfrm>
            <a:off x="0" y="684584"/>
            <a:ext cx="2863121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latin typeface="Abadi" panose="020F0502020204030204" pitchFamily="34" charset="0"/>
              </a:rPr>
              <a:t>Cash Flow financiado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9E02179-AE0A-AC74-BD80-5C2E7951C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320" y="1042724"/>
            <a:ext cx="7166290" cy="377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36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F096A148-1DFE-794B-2B5F-D9CD3C887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" y="5267"/>
            <a:ext cx="9145277" cy="4169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0F0BADA0-A86E-3F90-7297-2A8470317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279" y="1074167"/>
            <a:ext cx="8327036" cy="2276856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s-419" sz="6600" dirty="0">
                <a:solidFill>
                  <a:schemeClr val="bg1"/>
                </a:solidFill>
              </a:rPr>
              <a:t>control FINANCIERO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A024BC81-54D4-5F27-BC91-8B5D8C85C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16" b="89451" l="4907" r="94078">
                        <a14:foregroundMark x1="17766" y1="39030" x2="17766" y2="39030"/>
                        <a14:foregroundMark x1="5415" y1="39451" x2="5415" y2="39451"/>
                        <a14:foregroundMark x1="5076" y1="43460" x2="5076" y2="43460"/>
                        <a14:foregroundMark x1="5415" y1="53165" x2="5415" y2="53165"/>
                        <a14:foregroundMark x1="29780" y1="46835" x2="29780" y2="46835"/>
                        <a14:foregroundMark x1="33841" y1="49367" x2="33841" y2="49367"/>
                        <a14:foregroundMark x1="37902" y1="49156" x2="37902" y2="49156"/>
                        <a14:foregroundMark x1="46362" y1="49156" x2="46362" y2="49156"/>
                        <a14:foregroundMark x1="54822" y1="49367" x2="54822" y2="49367"/>
                        <a14:foregroundMark x1="63283" y1="49156" x2="63283" y2="49156"/>
                        <a14:foregroundMark x1="72758" y1="49578" x2="72758" y2="49578"/>
                        <a14:foregroundMark x1="80203" y1="49367" x2="80203" y2="49367"/>
                        <a14:foregroundMark x1="89002" y1="49156" x2="89002" y2="49156"/>
                        <a14:foregroundMark x1="94078" y1="50000" x2="94078" y2="50000"/>
                        <a14:foregroundMark x1="24535" y1="63291" x2="24535" y2="63291"/>
                        <a14:foregroundMark x1="27919" y1="63291" x2="27919" y2="63291"/>
                        <a14:foregroundMark x1="31134" y1="63502" x2="31134" y2="63502"/>
                        <a14:foregroundMark x1="33672" y1="63924" x2="33672" y2="63924"/>
                        <a14:foregroundMark x1="37394" y1="64557" x2="37394" y2="64557"/>
                        <a14:foregroundMark x1="40778" y1="64135" x2="40778" y2="64135"/>
                        <a14:foregroundMark x1="43316" y1="64557" x2="43316" y2="64557"/>
                        <a14:foregroundMark x1="49239" y1="64557" x2="49239" y2="64557"/>
                        <a14:foregroundMark x1="51100" y1="64557" x2="51100" y2="64557"/>
                        <a14:foregroundMark x1="54146" y1="64557" x2="54146" y2="64557"/>
                        <a14:foregroundMark x1="57191" y1="64557" x2="57191" y2="64557"/>
                        <a14:foregroundMark x1="61252" y1="64557" x2="61252" y2="64557"/>
                        <a14:foregroundMark x1="63790" y1="64557" x2="63790" y2="64557"/>
                        <a14:foregroundMark x1="65482" y1="65190" x2="65482" y2="65190"/>
                        <a14:foregroundMark x1="66836" y1="61181" x2="66836" y2="61181"/>
                        <a14:foregroundMark x1="51100" y1="63291" x2="51100" y2="63291"/>
                        <a14:backgroundMark x1="66328" y1="49578" x2="66328" y2="49578"/>
                        <a14:backgroundMark x1="57022" y1="49367" x2="57022" y2="49367"/>
                        <a14:backgroundMark x1="82910" y1="49367" x2="82910" y2="49367"/>
                        <a14:backgroundMark x1="43655" y1="65190" x2="43655" y2="65190"/>
                        <a14:backgroundMark x1="48054" y1="64768" x2="48054" y2="64768"/>
                        <a14:backgroundMark x1="51607" y1="63924" x2="51607" y2="63924"/>
                        <a14:backgroundMark x1="57868" y1="63080" x2="57868" y2="63080"/>
                        <a14:backgroundMark x1="61252" y1="63924" x2="61252" y2="63924"/>
                        <a14:backgroundMark x1="31472" y1="64346" x2="31472" y2="64346"/>
                        <a14:backgroundMark x1="31303" y1="65823" x2="31303" y2="658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534" y="3802027"/>
            <a:ext cx="2036525" cy="163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27031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64F1E06-3712-5621-5E72-8E550A8E6D9F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989D00-E636-1410-073E-92AAC82714EA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Planeamiento Financiero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98E6881-FDB9-E52F-FB94-B7DB96E4C904}"/>
              </a:ext>
            </a:extLst>
          </p:cNvPr>
          <p:cNvSpPr/>
          <p:nvPr/>
        </p:nvSpPr>
        <p:spPr>
          <a:xfrm>
            <a:off x="0" y="684584"/>
            <a:ext cx="2863121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latin typeface="Abadi" panose="020F0502020204030204" pitchFamily="34" charset="0"/>
              </a:rPr>
              <a:t>Valuación de la ganancia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EB202C4-B0DE-8354-B05B-2966A521CC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72" r="22884"/>
          <a:stretch/>
        </p:blipFill>
        <p:spPr>
          <a:xfrm>
            <a:off x="172239" y="1179938"/>
            <a:ext cx="4399762" cy="327897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B1F93CF-C919-CDC3-352F-79216488B5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01"/>
          <a:stretch/>
        </p:blipFill>
        <p:spPr>
          <a:xfrm>
            <a:off x="4572000" y="3279908"/>
            <a:ext cx="4399761" cy="119534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AA36C06-8C84-7010-FB93-8761665074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558"/>
          <a:stretch/>
        </p:blipFill>
        <p:spPr>
          <a:xfrm>
            <a:off x="4478239" y="1163601"/>
            <a:ext cx="4399760" cy="209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886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64F1E06-3712-5621-5E72-8E550A8E6D9F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989D00-E636-1410-073E-92AAC82714EA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Planeamiento Financiero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98E6881-FDB9-E52F-FB94-B7DB96E4C904}"/>
              </a:ext>
            </a:extLst>
          </p:cNvPr>
          <p:cNvSpPr/>
          <p:nvPr/>
        </p:nvSpPr>
        <p:spPr>
          <a:xfrm>
            <a:off x="0" y="684584"/>
            <a:ext cx="2863121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latin typeface="Abadi" panose="020F0502020204030204" pitchFamily="34" charset="0"/>
              </a:rPr>
              <a:t>Valuación de la ganancia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0F349B2-8B3F-8977-E9F3-82B80B83F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43" y="1613124"/>
            <a:ext cx="4894390" cy="95862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505A4D3-B4F5-5E6C-DBFB-D4B57DC422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997"/>
          <a:stretch/>
        </p:blipFill>
        <p:spPr>
          <a:xfrm>
            <a:off x="5007309" y="1132948"/>
            <a:ext cx="3679492" cy="210986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57DD61B-3701-2F9C-CC9C-A4169B32E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43" y="3242813"/>
            <a:ext cx="5524979" cy="1425063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418AF131-D3F5-7368-4AA3-065D13BEDDA0}"/>
              </a:ext>
            </a:extLst>
          </p:cNvPr>
          <p:cNvSpPr/>
          <p:nvPr/>
        </p:nvSpPr>
        <p:spPr>
          <a:xfrm>
            <a:off x="-1" y="2794449"/>
            <a:ext cx="2863121" cy="3477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latin typeface="Abadi" panose="020F0502020204030204" pitchFamily="34" charset="0"/>
              </a:rPr>
              <a:t>Costo de Capital Propio</a:t>
            </a:r>
          </a:p>
        </p:txBody>
      </p:sp>
    </p:spTree>
    <p:extLst>
      <p:ext uri="{BB962C8B-B14F-4D97-AF65-F5344CB8AC3E}">
        <p14:creationId xmlns:p14="http://schemas.microsoft.com/office/powerpoint/2010/main" val="624837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F096A148-1DFE-794B-2B5F-D9CD3C887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6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30" y="5267"/>
            <a:ext cx="9145277" cy="4169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0F0BADA0-A86E-3F90-7297-2A8470317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7279" y="1074167"/>
            <a:ext cx="8327036" cy="2276856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s-419" sz="6600" dirty="0">
                <a:solidFill>
                  <a:schemeClr val="bg1"/>
                </a:solidFill>
              </a:rPr>
              <a:t>CONTROL PRESUPUESTAL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A024BC81-54D4-5F27-BC91-8B5D8C85C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16" b="89451" l="4907" r="94078">
                        <a14:foregroundMark x1="17766" y1="39030" x2="17766" y2="39030"/>
                        <a14:foregroundMark x1="5415" y1="39451" x2="5415" y2="39451"/>
                        <a14:foregroundMark x1="5076" y1="43460" x2="5076" y2="43460"/>
                        <a14:foregroundMark x1="5415" y1="53165" x2="5415" y2="53165"/>
                        <a14:foregroundMark x1="29780" y1="46835" x2="29780" y2="46835"/>
                        <a14:foregroundMark x1="33841" y1="49367" x2="33841" y2="49367"/>
                        <a14:foregroundMark x1="37902" y1="49156" x2="37902" y2="49156"/>
                        <a14:foregroundMark x1="46362" y1="49156" x2="46362" y2="49156"/>
                        <a14:foregroundMark x1="54822" y1="49367" x2="54822" y2="49367"/>
                        <a14:foregroundMark x1="63283" y1="49156" x2="63283" y2="49156"/>
                        <a14:foregroundMark x1="72758" y1="49578" x2="72758" y2="49578"/>
                        <a14:foregroundMark x1="80203" y1="49367" x2="80203" y2="49367"/>
                        <a14:foregroundMark x1="89002" y1="49156" x2="89002" y2="49156"/>
                        <a14:foregroundMark x1="94078" y1="50000" x2="94078" y2="50000"/>
                        <a14:foregroundMark x1="24535" y1="63291" x2="24535" y2="63291"/>
                        <a14:foregroundMark x1="27919" y1="63291" x2="27919" y2="63291"/>
                        <a14:foregroundMark x1="31134" y1="63502" x2="31134" y2="63502"/>
                        <a14:foregroundMark x1="33672" y1="63924" x2="33672" y2="63924"/>
                        <a14:foregroundMark x1="37394" y1="64557" x2="37394" y2="64557"/>
                        <a14:foregroundMark x1="40778" y1="64135" x2="40778" y2="64135"/>
                        <a14:foregroundMark x1="43316" y1="64557" x2="43316" y2="64557"/>
                        <a14:foregroundMark x1="49239" y1="64557" x2="49239" y2="64557"/>
                        <a14:foregroundMark x1="51100" y1="64557" x2="51100" y2="64557"/>
                        <a14:foregroundMark x1="54146" y1="64557" x2="54146" y2="64557"/>
                        <a14:foregroundMark x1="57191" y1="64557" x2="57191" y2="64557"/>
                        <a14:foregroundMark x1="61252" y1="64557" x2="61252" y2="64557"/>
                        <a14:foregroundMark x1="63790" y1="64557" x2="63790" y2="64557"/>
                        <a14:foregroundMark x1="65482" y1="65190" x2="65482" y2="65190"/>
                        <a14:foregroundMark x1="66836" y1="61181" x2="66836" y2="61181"/>
                        <a14:foregroundMark x1="51100" y1="63291" x2="51100" y2="63291"/>
                        <a14:backgroundMark x1="66328" y1="49578" x2="66328" y2="49578"/>
                        <a14:backgroundMark x1="57022" y1="49367" x2="57022" y2="49367"/>
                        <a14:backgroundMark x1="82910" y1="49367" x2="82910" y2="49367"/>
                        <a14:backgroundMark x1="43655" y1="65190" x2="43655" y2="65190"/>
                        <a14:backgroundMark x1="48054" y1="64768" x2="48054" y2="64768"/>
                        <a14:backgroundMark x1="51607" y1="63924" x2="51607" y2="63924"/>
                        <a14:backgroundMark x1="57868" y1="63080" x2="57868" y2="63080"/>
                        <a14:backgroundMark x1="61252" y1="63924" x2="61252" y2="63924"/>
                        <a14:backgroundMark x1="31472" y1="64346" x2="31472" y2="64346"/>
                        <a14:backgroundMark x1="31303" y1="65823" x2="31303" y2="658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534" y="3802027"/>
            <a:ext cx="2036525" cy="163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696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64F1E06-3712-5621-5E72-8E550A8E6D9F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II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989D00-E636-1410-073E-92AAC82714EA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Planeamiento Financiero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98E6881-FDB9-E52F-FB94-B7DB96E4C904}"/>
              </a:ext>
            </a:extLst>
          </p:cNvPr>
          <p:cNvSpPr/>
          <p:nvPr/>
        </p:nvSpPr>
        <p:spPr>
          <a:xfrm>
            <a:off x="0" y="684584"/>
            <a:ext cx="2863121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b="1" dirty="0">
                <a:latin typeface="Abadi" panose="020F0502020204030204" pitchFamily="34" charset="0"/>
              </a:rPr>
              <a:t>Costo de Capital Propio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934781B-5A4E-1978-3036-451338C4A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889" y="1219585"/>
            <a:ext cx="6804222" cy="312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579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conclusiones</a:t>
            </a:r>
            <a:endParaRPr dirty="0"/>
          </a:p>
        </p:txBody>
      </p:sp>
      <p:grpSp>
        <p:nvGrpSpPr>
          <p:cNvPr id="1508" name="Google Shape;1508;p42"/>
          <p:cNvGrpSpPr/>
          <p:nvPr/>
        </p:nvGrpSpPr>
        <p:grpSpPr>
          <a:xfrm>
            <a:off x="1308375" y="2826331"/>
            <a:ext cx="6454749" cy="708323"/>
            <a:chOff x="1308375" y="2826331"/>
            <a:chExt cx="6454749" cy="708323"/>
          </a:xfrm>
        </p:grpSpPr>
        <p:sp>
          <p:nvSpPr>
            <p:cNvPr id="1509" name="Google Shape;1509;p42"/>
            <p:cNvSpPr/>
            <p:nvPr/>
          </p:nvSpPr>
          <p:spPr>
            <a:xfrm>
              <a:off x="2821948" y="2826331"/>
              <a:ext cx="4941175" cy="708323"/>
            </a:xfrm>
            <a:custGeom>
              <a:avLst/>
              <a:gdLst/>
              <a:ahLst/>
              <a:cxnLst/>
              <a:rect l="l" t="t" r="r" b="b"/>
              <a:pathLst>
                <a:path w="154460" h="22142" extrusionOk="0">
                  <a:moveTo>
                    <a:pt x="11071" y="1"/>
                  </a:moveTo>
                  <a:cubicBezTo>
                    <a:pt x="4954" y="1"/>
                    <a:pt x="1" y="4954"/>
                    <a:pt x="1" y="11071"/>
                  </a:cubicBezTo>
                  <a:cubicBezTo>
                    <a:pt x="1" y="17188"/>
                    <a:pt x="4954" y="22142"/>
                    <a:pt x="11071" y="22142"/>
                  </a:cubicBezTo>
                  <a:lnTo>
                    <a:pt x="143389" y="22142"/>
                  </a:lnTo>
                  <a:cubicBezTo>
                    <a:pt x="149507" y="22142"/>
                    <a:pt x="154460" y="17188"/>
                    <a:pt x="154460" y="11071"/>
                  </a:cubicBezTo>
                  <a:cubicBezTo>
                    <a:pt x="154460" y="4954"/>
                    <a:pt x="149507" y="1"/>
                    <a:pt x="143389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42"/>
            <p:cNvSpPr/>
            <p:nvPr/>
          </p:nvSpPr>
          <p:spPr>
            <a:xfrm>
              <a:off x="3111829" y="3108182"/>
              <a:ext cx="154096" cy="154096"/>
            </a:xfrm>
            <a:custGeom>
              <a:avLst/>
              <a:gdLst/>
              <a:ahLst/>
              <a:cxnLst/>
              <a:rect l="l" t="t" r="r" b="b"/>
              <a:pathLst>
                <a:path w="4817" h="4817" extrusionOk="0">
                  <a:moveTo>
                    <a:pt x="2420" y="1"/>
                  </a:moveTo>
                  <a:cubicBezTo>
                    <a:pt x="1073" y="1"/>
                    <a:pt x="1" y="1073"/>
                    <a:pt x="1" y="2397"/>
                  </a:cubicBezTo>
                  <a:cubicBezTo>
                    <a:pt x="1" y="3744"/>
                    <a:pt x="1073" y="4817"/>
                    <a:pt x="2420" y="4817"/>
                  </a:cubicBezTo>
                  <a:cubicBezTo>
                    <a:pt x="3744" y="4817"/>
                    <a:pt x="4817" y="3744"/>
                    <a:pt x="4817" y="2397"/>
                  </a:cubicBezTo>
                  <a:cubicBezTo>
                    <a:pt x="4817" y="1073"/>
                    <a:pt x="3744" y="1"/>
                    <a:pt x="24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42"/>
            <p:cNvSpPr/>
            <p:nvPr/>
          </p:nvSpPr>
          <p:spPr>
            <a:xfrm>
              <a:off x="1308375" y="2826331"/>
              <a:ext cx="1380784" cy="708323"/>
            </a:xfrm>
            <a:custGeom>
              <a:avLst/>
              <a:gdLst/>
              <a:ahLst/>
              <a:cxnLst/>
              <a:rect l="l" t="t" r="r" b="b"/>
              <a:pathLst>
                <a:path w="43163" h="22142" extrusionOk="0">
                  <a:moveTo>
                    <a:pt x="11070" y="1"/>
                  </a:moveTo>
                  <a:cubicBezTo>
                    <a:pt x="4953" y="1"/>
                    <a:pt x="0" y="4954"/>
                    <a:pt x="0" y="11071"/>
                  </a:cubicBezTo>
                  <a:cubicBezTo>
                    <a:pt x="0" y="17188"/>
                    <a:pt x="4953" y="22142"/>
                    <a:pt x="11070" y="22142"/>
                  </a:cubicBezTo>
                  <a:lnTo>
                    <a:pt x="32092" y="22142"/>
                  </a:lnTo>
                  <a:cubicBezTo>
                    <a:pt x="38210" y="22142"/>
                    <a:pt x="43163" y="17188"/>
                    <a:pt x="43163" y="11071"/>
                  </a:cubicBezTo>
                  <a:cubicBezTo>
                    <a:pt x="43163" y="4954"/>
                    <a:pt x="38210" y="1"/>
                    <a:pt x="32092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42"/>
            <p:cNvSpPr/>
            <p:nvPr/>
          </p:nvSpPr>
          <p:spPr>
            <a:xfrm>
              <a:off x="1384284" y="2903743"/>
              <a:ext cx="565935" cy="565935"/>
            </a:xfrm>
            <a:custGeom>
              <a:avLst/>
              <a:gdLst/>
              <a:ahLst/>
              <a:cxnLst/>
              <a:rect l="l" t="t" r="r" b="b"/>
              <a:pathLst>
                <a:path w="17691" h="17691" extrusionOk="0">
                  <a:moveTo>
                    <a:pt x="8857" y="0"/>
                  </a:moveTo>
                  <a:cubicBezTo>
                    <a:pt x="3972" y="0"/>
                    <a:pt x="1" y="3972"/>
                    <a:pt x="1" y="8857"/>
                  </a:cubicBezTo>
                  <a:cubicBezTo>
                    <a:pt x="1" y="13741"/>
                    <a:pt x="3972" y="17690"/>
                    <a:pt x="8857" y="17690"/>
                  </a:cubicBezTo>
                  <a:cubicBezTo>
                    <a:pt x="13742" y="17690"/>
                    <a:pt x="17690" y="13741"/>
                    <a:pt x="17690" y="8857"/>
                  </a:cubicBezTo>
                  <a:cubicBezTo>
                    <a:pt x="17690" y="3972"/>
                    <a:pt x="13742" y="0"/>
                    <a:pt x="88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42"/>
            <p:cNvSpPr txBox="1"/>
            <p:nvPr/>
          </p:nvSpPr>
          <p:spPr>
            <a:xfrm>
              <a:off x="4654150" y="2962763"/>
              <a:ext cx="28050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Se propone estrategiass de Inversión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14" name="Google Shape;1514;p42"/>
            <p:cNvSpPr txBox="1"/>
            <p:nvPr/>
          </p:nvSpPr>
          <p:spPr>
            <a:xfrm>
              <a:off x="3457275" y="3020700"/>
              <a:ext cx="11400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Inversión</a:t>
              </a:r>
              <a:endParaRPr sz="1600" b="1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15" name="Google Shape;1515;p42"/>
            <p:cNvSpPr txBox="1"/>
            <p:nvPr/>
          </p:nvSpPr>
          <p:spPr>
            <a:xfrm>
              <a:off x="1999450" y="2986392"/>
              <a:ext cx="566100" cy="38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03</a:t>
              </a:r>
              <a:endParaRPr sz="24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1516" name="Google Shape;1516;p42"/>
            <p:cNvGrpSpPr/>
            <p:nvPr/>
          </p:nvGrpSpPr>
          <p:grpSpPr>
            <a:xfrm>
              <a:off x="1495218" y="3003336"/>
              <a:ext cx="356139" cy="354314"/>
              <a:chOff x="685475" y="2318350"/>
              <a:chExt cx="297750" cy="296200"/>
            </a:xfrm>
          </p:grpSpPr>
          <p:sp>
            <p:nvSpPr>
              <p:cNvPr id="1517" name="Google Shape;1517;p42"/>
              <p:cNvSpPr/>
              <p:nvPr/>
            </p:nvSpPr>
            <p:spPr>
              <a:xfrm>
                <a:off x="685475" y="2371925"/>
                <a:ext cx="142600" cy="241975"/>
              </a:xfrm>
              <a:custGeom>
                <a:avLst/>
                <a:gdLst/>
                <a:ahLst/>
                <a:cxnLst/>
                <a:rect l="l" t="t" r="r" b="b"/>
                <a:pathLst>
                  <a:path w="5704" h="9679" extrusionOk="0">
                    <a:moveTo>
                      <a:pt x="2080" y="662"/>
                    </a:moveTo>
                    <a:cubicBezTo>
                      <a:pt x="2458" y="662"/>
                      <a:pt x="2773" y="977"/>
                      <a:pt x="2773" y="1387"/>
                    </a:cubicBezTo>
                    <a:cubicBezTo>
                      <a:pt x="2773" y="1765"/>
                      <a:pt x="2458" y="2080"/>
                      <a:pt x="2080" y="2080"/>
                    </a:cubicBezTo>
                    <a:cubicBezTo>
                      <a:pt x="1671" y="2080"/>
                      <a:pt x="1356" y="1765"/>
                      <a:pt x="1356" y="1387"/>
                    </a:cubicBezTo>
                    <a:cubicBezTo>
                      <a:pt x="1356" y="977"/>
                      <a:pt x="1734" y="662"/>
                      <a:pt x="2080" y="662"/>
                    </a:cubicBezTo>
                    <a:close/>
                    <a:moveTo>
                      <a:pt x="2962" y="6900"/>
                    </a:moveTo>
                    <a:lnTo>
                      <a:pt x="3120" y="7593"/>
                    </a:lnTo>
                    <a:lnTo>
                      <a:pt x="1135" y="7593"/>
                    </a:lnTo>
                    <a:lnTo>
                      <a:pt x="1293" y="6900"/>
                    </a:lnTo>
                    <a:close/>
                    <a:moveTo>
                      <a:pt x="1742" y="2767"/>
                    </a:moveTo>
                    <a:cubicBezTo>
                      <a:pt x="1866" y="2767"/>
                      <a:pt x="1991" y="2831"/>
                      <a:pt x="2049" y="2962"/>
                    </a:cubicBezTo>
                    <a:lnTo>
                      <a:pt x="2553" y="3938"/>
                    </a:lnTo>
                    <a:cubicBezTo>
                      <a:pt x="2584" y="4064"/>
                      <a:pt x="2742" y="4127"/>
                      <a:pt x="2868" y="4127"/>
                    </a:cubicBezTo>
                    <a:lnTo>
                      <a:pt x="3813" y="4127"/>
                    </a:lnTo>
                    <a:cubicBezTo>
                      <a:pt x="4002" y="4127"/>
                      <a:pt x="4159" y="4285"/>
                      <a:pt x="4159" y="4474"/>
                    </a:cubicBezTo>
                    <a:cubicBezTo>
                      <a:pt x="4159" y="4695"/>
                      <a:pt x="4002" y="4852"/>
                      <a:pt x="3813" y="4852"/>
                    </a:cubicBezTo>
                    <a:lnTo>
                      <a:pt x="2427" y="4852"/>
                    </a:lnTo>
                    <a:cubicBezTo>
                      <a:pt x="2301" y="4852"/>
                      <a:pt x="2175" y="4758"/>
                      <a:pt x="2112" y="4631"/>
                    </a:cubicBezTo>
                    <a:cubicBezTo>
                      <a:pt x="2042" y="4515"/>
                      <a:pt x="1919" y="4450"/>
                      <a:pt x="1784" y="4450"/>
                    </a:cubicBezTo>
                    <a:cubicBezTo>
                      <a:pt x="1737" y="4450"/>
                      <a:pt x="1688" y="4458"/>
                      <a:pt x="1639" y="4474"/>
                    </a:cubicBezTo>
                    <a:cubicBezTo>
                      <a:pt x="1482" y="4568"/>
                      <a:pt x="1387" y="4758"/>
                      <a:pt x="1482" y="4947"/>
                    </a:cubicBezTo>
                    <a:cubicBezTo>
                      <a:pt x="1671" y="5325"/>
                      <a:pt x="2017" y="5545"/>
                      <a:pt x="2427" y="5545"/>
                    </a:cubicBezTo>
                    <a:lnTo>
                      <a:pt x="3813" y="5545"/>
                    </a:lnTo>
                    <a:cubicBezTo>
                      <a:pt x="3970" y="5545"/>
                      <a:pt x="4128" y="5671"/>
                      <a:pt x="4159" y="5829"/>
                    </a:cubicBezTo>
                    <a:lnTo>
                      <a:pt x="4853" y="8570"/>
                    </a:lnTo>
                    <a:cubicBezTo>
                      <a:pt x="4916" y="8790"/>
                      <a:pt x="4790" y="8979"/>
                      <a:pt x="4632" y="9011"/>
                    </a:cubicBezTo>
                    <a:cubicBezTo>
                      <a:pt x="4608" y="9015"/>
                      <a:pt x="4584" y="9017"/>
                      <a:pt x="4560" y="9017"/>
                    </a:cubicBezTo>
                    <a:cubicBezTo>
                      <a:pt x="4403" y="9017"/>
                      <a:pt x="4273" y="8927"/>
                      <a:pt x="4191" y="8790"/>
                    </a:cubicBezTo>
                    <a:lnTo>
                      <a:pt x="3655" y="6522"/>
                    </a:lnTo>
                    <a:cubicBezTo>
                      <a:pt x="3592" y="6364"/>
                      <a:pt x="3498" y="6270"/>
                      <a:pt x="3277" y="6270"/>
                    </a:cubicBezTo>
                    <a:lnTo>
                      <a:pt x="1040" y="6270"/>
                    </a:lnTo>
                    <a:cubicBezTo>
                      <a:pt x="914" y="6270"/>
                      <a:pt x="851" y="6207"/>
                      <a:pt x="757" y="6144"/>
                    </a:cubicBezTo>
                    <a:cubicBezTo>
                      <a:pt x="694" y="5986"/>
                      <a:pt x="694" y="5892"/>
                      <a:pt x="694" y="5797"/>
                    </a:cubicBezTo>
                    <a:lnTo>
                      <a:pt x="1419" y="3025"/>
                    </a:lnTo>
                    <a:cubicBezTo>
                      <a:pt x="1453" y="2855"/>
                      <a:pt x="1597" y="2767"/>
                      <a:pt x="1742" y="2767"/>
                    </a:cubicBezTo>
                    <a:close/>
                    <a:moveTo>
                      <a:pt x="2143" y="0"/>
                    </a:moveTo>
                    <a:cubicBezTo>
                      <a:pt x="1419" y="0"/>
                      <a:pt x="788" y="630"/>
                      <a:pt x="788" y="1387"/>
                    </a:cubicBezTo>
                    <a:cubicBezTo>
                      <a:pt x="788" y="1733"/>
                      <a:pt x="946" y="2080"/>
                      <a:pt x="1135" y="2332"/>
                    </a:cubicBezTo>
                    <a:cubicBezTo>
                      <a:pt x="977" y="2426"/>
                      <a:pt x="851" y="2647"/>
                      <a:pt x="788" y="2867"/>
                    </a:cubicBezTo>
                    <a:lnTo>
                      <a:pt x="64" y="5640"/>
                    </a:lnTo>
                    <a:cubicBezTo>
                      <a:pt x="1" y="5955"/>
                      <a:pt x="64" y="6270"/>
                      <a:pt x="253" y="6522"/>
                    </a:cubicBezTo>
                    <a:cubicBezTo>
                      <a:pt x="347" y="6648"/>
                      <a:pt x="473" y="6774"/>
                      <a:pt x="631" y="6805"/>
                    </a:cubicBezTo>
                    <a:lnTo>
                      <a:pt x="32" y="9263"/>
                    </a:lnTo>
                    <a:cubicBezTo>
                      <a:pt x="1" y="9452"/>
                      <a:pt x="95" y="9609"/>
                      <a:pt x="253" y="9672"/>
                    </a:cubicBezTo>
                    <a:cubicBezTo>
                      <a:pt x="281" y="9676"/>
                      <a:pt x="309" y="9678"/>
                      <a:pt x="335" y="9678"/>
                    </a:cubicBezTo>
                    <a:cubicBezTo>
                      <a:pt x="513" y="9678"/>
                      <a:pt x="639" y="9589"/>
                      <a:pt x="694" y="9452"/>
                    </a:cubicBezTo>
                    <a:lnTo>
                      <a:pt x="977" y="8318"/>
                    </a:lnTo>
                    <a:lnTo>
                      <a:pt x="3372" y="8318"/>
                    </a:lnTo>
                    <a:lnTo>
                      <a:pt x="3529" y="8885"/>
                    </a:lnTo>
                    <a:cubicBezTo>
                      <a:pt x="3661" y="9359"/>
                      <a:pt x="4079" y="9679"/>
                      <a:pt x="4526" y="9679"/>
                    </a:cubicBezTo>
                    <a:cubicBezTo>
                      <a:pt x="4613" y="9679"/>
                      <a:pt x="4702" y="9667"/>
                      <a:pt x="4790" y="9641"/>
                    </a:cubicBezTo>
                    <a:cubicBezTo>
                      <a:pt x="5357" y="9483"/>
                      <a:pt x="5703" y="8916"/>
                      <a:pt x="5546" y="8381"/>
                    </a:cubicBezTo>
                    <a:lnTo>
                      <a:pt x="4821" y="5640"/>
                    </a:lnTo>
                    <a:cubicBezTo>
                      <a:pt x="4790" y="5482"/>
                      <a:pt x="4727" y="5325"/>
                      <a:pt x="4601" y="5199"/>
                    </a:cubicBezTo>
                    <a:cubicBezTo>
                      <a:pt x="4758" y="5010"/>
                      <a:pt x="4884" y="4758"/>
                      <a:pt x="4884" y="4474"/>
                    </a:cubicBezTo>
                    <a:cubicBezTo>
                      <a:pt x="4884" y="3907"/>
                      <a:pt x="4412" y="3466"/>
                      <a:pt x="3844" y="3466"/>
                    </a:cubicBezTo>
                    <a:lnTo>
                      <a:pt x="3088" y="3466"/>
                    </a:lnTo>
                    <a:lnTo>
                      <a:pt x="2710" y="2647"/>
                    </a:lnTo>
                    <a:cubicBezTo>
                      <a:pt x="3183" y="2395"/>
                      <a:pt x="3529" y="1922"/>
                      <a:pt x="3529" y="1387"/>
                    </a:cubicBezTo>
                    <a:cubicBezTo>
                      <a:pt x="3529" y="630"/>
                      <a:pt x="2899" y="0"/>
                      <a:pt x="214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42"/>
              <p:cNvSpPr/>
              <p:nvPr/>
            </p:nvSpPr>
            <p:spPr>
              <a:xfrm>
                <a:off x="839850" y="2371925"/>
                <a:ext cx="143375" cy="242625"/>
              </a:xfrm>
              <a:custGeom>
                <a:avLst/>
                <a:gdLst/>
                <a:ahLst/>
                <a:cxnLst/>
                <a:rect l="l" t="t" r="r" b="b"/>
                <a:pathLst>
                  <a:path w="5735" h="9705" extrusionOk="0">
                    <a:moveTo>
                      <a:pt x="3624" y="662"/>
                    </a:moveTo>
                    <a:cubicBezTo>
                      <a:pt x="4002" y="662"/>
                      <a:pt x="4317" y="977"/>
                      <a:pt x="4317" y="1355"/>
                    </a:cubicBezTo>
                    <a:cubicBezTo>
                      <a:pt x="4317" y="1765"/>
                      <a:pt x="4002" y="2080"/>
                      <a:pt x="3624" y="2080"/>
                    </a:cubicBezTo>
                    <a:cubicBezTo>
                      <a:pt x="3214" y="2080"/>
                      <a:pt x="2899" y="1765"/>
                      <a:pt x="2899" y="1355"/>
                    </a:cubicBezTo>
                    <a:cubicBezTo>
                      <a:pt x="2899" y="977"/>
                      <a:pt x="3214" y="662"/>
                      <a:pt x="3624" y="662"/>
                    </a:cubicBezTo>
                    <a:close/>
                    <a:moveTo>
                      <a:pt x="4317" y="6900"/>
                    </a:moveTo>
                    <a:lnTo>
                      <a:pt x="4474" y="7593"/>
                    </a:lnTo>
                    <a:lnTo>
                      <a:pt x="2490" y="7593"/>
                    </a:lnTo>
                    <a:lnTo>
                      <a:pt x="2647" y="6900"/>
                    </a:lnTo>
                    <a:close/>
                    <a:moveTo>
                      <a:pt x="3962" y="2731"/>
                    </a:moveTo>
                    <a:cubicBezTo>
                      <a:pt x="4108" y="2731"/>
                      <a:pt x="4250" y="2818"/>
                      <a:pt x="4285" y="2993"/>
                    </a:cubicBezTo>
                    <a:lnTo>
                      <a:pt x="4979" y="5734"/>
                    </a:lnTo>
                    <a:cubicBezTo>
                      <a:pt x="5010" y="6018"/>
                      <a:pt x="4853" y="6207"/>
                      <a:pt x="4632" y="6207"/>
                    </a:cubicBezTo>
                    <a:lnTo>
                      <a:pt x="2395" y="6207"/>
                    </a:lnTo>
                    <a:cubicBezTo>
                      <a:pt x="2238" y="6207"/>
                      <a:pt x="2080" y="6333"/>
                      <a:pt x="2049" y="6490"/>
                    </a:cubicBezTo>
                    <a:lnTo>
                      <a:pt x="1482" y="8727"/>
                    </a:lnTo>
                    <a:cubicBezTo>
                      <a:pt x="1456" y="8883"/>
                      <a:pt x="1323" y="8996"/>
                      <a:pt x="1154" y="8996"/>
                    </a:cubicBezTo>
                    <a:cubicBezTo>
                      <a:pt x="1118" y="8996"/>
                      <a:pt x="1080" y="8990"/>
                      <a:pt x="1040" y="8979"/>
                    </a:cubicBezTo>
                    <a:cubicBezTo>
                      <a:pt x="851" y="8916"/>
                      <a:pt x="725" y="8727"/>
                      <a:pt x="820" y="8538"/>
                    </a:cubicBezTo>
                    <a:lnTo>
                      <a:pt x="1513" y="5766"/>
                    </a:lnTo>
                    <a:cubicBezTo>
                      <a:pt x="1576" y="5608"/>
                      <a:pt x="1671" y="5514"/>
                      <a:pt x="1891" y="5514"/>
                    </a:cubicBezTo>
                    <a:lnTo>
                      <a:pt x="3246" y="5514"/>
                    </a:lnTo>
                    <a:cubicBezTo>
                      <a:pt x="3655" y="5514"/>
                      <a:pt x="4002" y="5262"/>
                      <a:pt x="4222" y="4915"/>
                    </a:cubicBezTo>
                    <a:cubicBezTo>
                      <a:pt x="4285" y="4758"/>
                      <a:pt x="4222" y="4537"/>
                      <a:pt x="4033" y="4442"/>
                    </a:cubicBezTo>
                    <a:cubicBezTo>
                      <a:pt x="3993" y="4426"/>
                      <a:pt x="3948" y="4418"/>
                      <a:pt x="3902" y="4418"/>
                    </a:cubicBezTo>
                    <a:cubicBezTo>
                      <a:pt x="3770" y="4418"/>
                      <a:pt x="3631" y="4483"/>
                      <a:pt x="3561" y="4600"/>
                    </a:cubicBezTo>
                    <a:cubicBezTo>
                      <a:pt x="3529" y="4726"/>
                      <a:pt x="3372" y="4789"/>
                      <a:pt x="3246" y="4789"/>
                    </a:cubicBezTo>
                    <a:lnTo>
                      <a:pt x="1891" y="4789"/>
                    </a:lnTo>
                    <a:cubicBezTo>
                      <a:pt x="1671" y="4789"/>
                      <a:pt x="1513" y="4631"/>
                      <a:pt x="1513" y="4442"/>
                    </a:cubicBezTo>
                    <a:cubicBezTo>
                      <a:pt x="1513" y="4253"/>
                      <a:pt x="1671" y="4096"/>
                      <a:pt x="1891" y="4096"/>
                    </a:cubicBezTo>
                    <a:lnTo>
                      <a:pt x="2836" y="4096"/>
                    </a:lnTo>
                    <a:cubicBezTo>
                      <a:pt x="2931" y="4096"/>
                      <a:pt x="3057" y="4001"/>
                      <a:pt x="3151" y="3907"/>
                    </a:cubicBezTo>
                    <a:cubicBezTo>
                      <a:pt x="3151" y="3844"/>
                      <a:pt x="3655" y="2899"/>
                      <a:pt x="3655" y="2899"/>
                    </a:cubicBezTo>
                    <a:cubicBezTo>
                      <a:pt x="3725" y="2787"/>
                      <a:pt x="3845" y="2731"/>
                      <a:pt x="3962" y="2731"/>
                    </a:cubicBezTo>
                    <a:close/>
                    <a:moveTo>
                      <a:pt x="3529" y="0"/>
                    </a:moveTo>
                    <a:cubicBezTo>
                      <a:pt x="2805" y="0"/>
                      <a:pt x="2175" y="630"/>
                      <a:pt x="2175" y="1355"/>
                    </a:cubicBezTo>
                    <a:cubicBezTo>
                      <a:pt x="2175" y="1922"/>
                      <a:pt x="2490" y="2395"/>
                      <a:pt x="2994" y="2615"/>
                    </a:cubicBezTo>
                    <a:lnTo>
                      <a:pt x="2584" y="3466"/>
                    </a:lnTo>
                    <a:lnTo>
                      <a:pt x="1860" y="3466"/>
                    </a:lnTo>
                    <a:cubicBezTo>
                      <a:pt x="1261" y="3466"/>
                      <a:pt x="820" y="3938"/>
                      <a:pt x="820" y="4474"/>
                    </a:cubicBezTo>
                    <a:cubicBezTo>
                      <a:pt x="820" y="4758"/>
                      <a:pt x="946" y="4978"/>
                      <a:pt x="1103" y="5199"/>
                    </a:cubicBezTo>
                    <a:cubicBezTo>
                      <a:pt x="977" y="5325"/>
                      <a:pt x="914" y="5451"/>
                      <a:pt x="851" y="5608"/>
                    </a:cubicBezTo>
                    <a:lnTo>
                      <a:pt x="158" y="8381"/>
                    </a:lnTo>
                    <a:cubicBezTo>
                      <a:pt x="1" y="8916"/>
                      <a:pt x="347" y="9483"/>
                      <a:pt x="914" y="9641"/>
                    </a:cubicBezTo>
                    <a:cubicBezTo>
                      <a:pt x="1002" y="9667"/>
                      <a:pt x="1091" y="9679"/>
                      <a:pt x="1178" y="9679"/>
                    </a:cubicBezTo>
                    <a:cubicBezTo>
                      <a:pt x="1624" y="9679"/>
                      <a:pt x="2038" y="9359"/>
                      <a:pt x="2143" y="8885"/>
                    </a:cubicBezTo>
                    <a:lnTo>
                      <a:pt x="2332" y="8286"/>
                    </a:lnTo>
                    <a:lnTo>
                      <a:pt x="4695" y="8286"/>
                    </a:lnTo>
                    <a:lnTo>
                      <a:pt x="4947" y="9452"/>
                    </a:lnTo>
                    <a:cubicBezTo>
                      <a:pt x="4995" y="9597"/>
                      <a:pt x="5118" y="9704"/>
                      <a:pt x="5257" y="9704"/>
                    </a:cubicBezTo>
                    <a:cubicBezTo>
                      <a:pt x="5300" y="9704"/>
                      <a:pt x="5344" y="9694"/>
                      <a:pt x="5388" y="9672"/>
                    </a:cubicBezTo>
                    <a:cubicBezTo>
                      <a:pt x="5577" y="9641"/>
                      <a:pt x="5703" y="9452"/>
                      <a:pt x="5609" y="9231"/>
                    </a:cubicBezTo>
                    <a:lnTo>
                      <a:pt x="5042" y="6805"/>
                    </a:lnTo>
                    <a:cubicBezTo>
                      <a:pt x="5514" y="6616"/>
                      <a:pt x="5735" y="6144"/>
                      <a:pt x="5640" y="5640"/>
                    </a:cubicBezTo>
                    <a:lnTo>
                      <a:pt x="4916" y="2867"/>
                    </a:lnTo>
                    <a:cubicBezTo>
                      <a:pt x="4884" y="2647"/>
                      <a:pt x="4758" y="2489"/>
                      <a:pt x="4569" y="2332"/>
                    </a:cubicBezTo>
                    <a:cubicBezTo>
                      <a:pt x="4790" y="2080"/>
                      <a:pt x="4916" y="1733"/>
                      <a:pt x="4916" y="1355"/>
                    </a:cubicBezTo>
                    <a:cubicBezTo>
                      <a:pt x="4916" y="630"/>
                      <a:pt x="4285" y="0"/>
                      <a:pt x="35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42"/>
              <p:cNvSpPr/>
              <p:nvPr/>
            </p:nvSpPr>
            <p:spPr>
              <a:xfrm>
                <a:off x="772900" y="2318350"/>
                <a:ext cx="122125" cy="105075"/>
              </a:xfrm>
              <a:custGeom>
                <a:avLst/>
                <a:gdLst/>
                <a:ahLst/>
                <a:cxnLst/>
                <a:rect l="l" t="t" r="r" b="b"/>
                <a:pathLst>
                  <a:path w="4885" h="4203" extrusionOk="0">
                    <a:moveTo>
                      <a:pt x="3844" y="631"/>
                    </a:moveTo>
                    <a:cubicBezTo>
                      <a:pt x="4034" y="631"/>
                      <a:pt x="4223" y="789"/>
                      <a:pt x="4223" y="978"/>
                    </a:cubicBezTo>
                    <a:lnTo>
                      <a:pt x="4223" y="1734"/>
                    </a:lnTo>
                    <a:cubicBezTo>
                      <a:pt x="4223" y="1923"/>
                      <a:pt x="4034" y="2112"/>
                      <a:pt x="3844" y="2112"/>
                    </a:cubicBezTo>
                    <a:cubicBezTo>
                      <a:pt x="3655" y="2143"/>
                      <a:pt x="3498" y="2301"/>
                      <a:pt x="3498" y="2458"/>
                    </a:cubicBezTo>
                    <a:lnTo>
                      <a:pt x="3498" y="2994"/>
                    </a:lnTo>
                    <a:lnTo>
                      <a:pt x="2679" y="2206"/>
                    </a:lnTo>
                    <a:cubicBezTo>
                      <a:pt x="2584" y="2143"/>
                      <a:pt x="2521" y="2112"/>
                      <a:pt x="2427" y="2112"/>
                    </a:cubicBezTo>
                    <a:lnTo>
                      <a:pt x="1009" y="2112"/>
                    </a:lnTo>
                    <a:cubicBezTo>
                      <a:pt x="820" y="2112"/>
                      <a:pt x="662" y="1923"/>
                      <a:pt x="662" y="1734"/>
                    </a:cubicBezTo>
                    <a:lnTo>
                      <a:pt x="662" y="978"/>
                    </a:lnTo>
                    <a:cubicBezTo>
                      <a:pt x="662" y="789"/>
                      <a:pt x="820" y="631"/>
                      <a:pt x="1009" y="631"/>
                    </a:cubicBezTo>
                    <a:close/>
                    <a:moveTo>
                      <a:pt x="1009" y="1"/>
                    </a:moveTo>
                    <a:cubicBezTo>
                      <a:pt x="442" y="1"/>
                      <a:pt x="1" y="474"/>
                      <a:pt x="1" y="1041"/>
                    </a:cubicBezTo>
                    <a:lnTo>
                      <a:pt x="1" y="1765"/>
                    </a:lnTo>
                    <a:cubicBezTo>
                      <a:pt x="1" y="2364"/>
                      <a:pt x="473" y="2805"/>
                      <a:pt x="1009" y="2805"/>
                    </a:cubicBezTo>
                    <a:lnTo>
                      <a:pt x="2269" y="2805"/>
                    </a:lnTo>
                    <a:lnTo>
                      <a:pt x="3592" y="4097"/>
                    </a:lnTo>
                    <a:cubicBezTo>
                      <a:pt x="3663" y="4167"/>
                      <a:pt x="3770" y="4203"/>
                      <a:pt x="3872" y="4203"/>
                    </a:cubicBezTo>
                    <a:cubicBezTo>
                      <a:pt x="3906" y="4203"/>
                      <a:pt x="3939" y="4199"/>
                      <a:pt x="3970" y="4191"/>
                    </a:cubicBezTo>
                    <a:cubicBezTo>
                      <a:pt x="4097" y="4160"/>
                      <a:pt x="4160" y="4002"/>
                      <a:pt x="4160" y="3876"/>
                    </a:cubicBezTo>
                    <a:lnTo>
                      <a:pt x="4160" y="2773"/>
                    </a:lnTo>
                    <a:cubicBezTo>
                      <a:pt x="4569" y="2616"/>
                      <a:pt x="4884" y="2238"/>
                      <a:pt x="4884" y="1765"/>
                    </a:cubicBezTo>
                    <a:lnTo>
                      <a:pt x="4884" y="1041"/>
                    </a:lnTo>
                    <a:cubicBezTo>
                      <a:pt x="4884" y="442"/>
                      <a:pt x="4412" y="1"/>
                      <a:pt x="38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20" name="Google Shape;1520;p42"/>
          <p:cNvGrpSpPr/>
          <p:nvPr/>
        </p:nvGrpSpPr>
        <p:grpSpPr>
          <a:xfrm>
            <a:off x="1308375" y="3651412"/>
            <a:ext cx="6533200" cy="708323"/>
            <a:chOff x="1308375" y="3651412"/>
            <a:chExt cx="6533200" cy="708323"/>
          </a:xfrm>
        </p:grpSpPr>
        <p:sp>
          <p:nvSpPr>
            <p:cNvPr id="1521" name="Google Shape;1521;p42"/>
            <p:cNvSpPr/>
            <p:nvPr/>
          </p:nvSpPr>
          <p:spPr>
            <a:xfrm>
              <a:off x="2900400" y="3651412"/>
              <a:ext cx="4941175" cy="708323"/>
            </a:xfrm>
            <a:custGeom>
              <a:avLst/>
              <a:gdLst/>
              <a:ahLst/>
              <a:cxnLst/>
              <a:rect l="l" t="t" r="r" b="b"/>
              <a:pathLst>
                <a:path w="154460" h="22142" extrusionOk="0">
                  <a:moveTo>
                    <a:pt x="11071" y="1"/>
                  </a:moveTo>
                  <a:cubicBezTo>
                    <a:pt x="4954" y="1"/>
                    <a:pt x="1" y="4954"/>
                    <a:pt x="1" y="11071"/>
                  </a:cubicBezTo>
                  <a:cubicBezTo>
                    <a:pt x="1" y="17188"/>
                    <a:pt x="4954" y="22141"/>
                    <a:pt x="11071" y="22141"/>
                  </a:cubicBezTo>
                  <a:lnTo>
                    <a:pt x="143389" y="22141"/>
                  </a:lnTo>
                  <a:cubicBezTo>
                    <a:pt x="149507" y="22141"/>
                    <a:pt x="154460" y="17188"/>
                    <a:pt x="154460" y="11071"/>
                  </a:cubicBezTo>
                  <a:cubicBezTo>
                    <a:pt x="154460" y="4954"/>
                    <a:pt x="149507" y="1"/>
                    <a:pt x="143389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2"/>
            <p:cNvSpPr/>
            <p:nvPr/>
          </p:nvSpPr>
          <p:spPr>
            <a:xfrm>
              <a:off x="3111829" y="3938349"/>
              <a:ext cx="154096" cy="154128"/>
            </a:xfrm>
            <a:custGeom>
              <a:avLst/>
              <a:gdLst/>
              <a:ahLst/>
              <a:cxnLst/>
              <a:rect l="l" t="t" r="r" b="b"/>
              <a:pathLst>
                <a:path w="4817" h="4818" extrusionOk="0">
                  <a:moveTo>
                    <a:pt x="2420" y="1"/>
                  </a:moveTo>
                  <a:cubicBezTo>
                    <a:pt x="1073" y="1"/>
                    <a:pt x="1" y="1074"/>
                    <a:pt x="1" y="2420"/>
                  </a:cubicBezTo>
                  <a:cubicBezTo>
                    <a:pt x="1" y="3744"/>
                    <a:pt x="1073" y="4817"/>
                    <a:pt x="2420" y="4817"/>
                  </a:cubicBezTo>
                  <a:cubicBezTo>
                    <a:pt x="3744" y="4817"/>
                    <a:pt x="4817" y="3744"/>
                    <a:pt x="4817" y="2420"/>
                  </a:cubicBezTo>
                  <a:cubicBezTo>
                    <a:pt x="4817" y="1074"/>
                    <a:pt x="3744" y="1"/>
                    <a:pt x="24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2"/>
            <p:cNvSpPr/>
            <p:nvPr/>
          </p:nvSpPr>
          <p:spPr>
            <a:xfrm>
              <a:off x="1308375" y="3651412"/>
              <a:ext cx="1380784" cy="708323"/>
            </a:xfrm>
            <a:custGeom>
              <a:avLst/>
              <a:gdLst/>
              <a:ahLst/>
              <a:cxnLst/>
              <a:rect l="l" t="t" r="r" b="b"/>
              <a:pathLst>
                <a:path w="43163" h="22142" extrusionOk="0">
                  <a:moveTo>
                    <a:pt x="11070" y="1"/>
                  </a:moveTo>
                  <a:cubicBezTo>
                    <a:pt x="4953" y="1"/>
                    <a:pt x="0" y="4954"/>
                    <a:pt x="0" y="11071"/>
                  </a:cubicBezTo>
                  <a:cubicBezTo>
                    <a:pt x="0" y="17188"/>
                    <a:pt x="4953" y="22141"/>
                    <a:pt x="11070" y="22141"/>
                  </a:cubicBezTo>
                  <a:lnTo>
                    <a:pt x="32092" y="22141"/>
                  </a:lnTo>
                  <a:cubicBezTo>
                    <a:pt x="38210" y="22141"/>
                    <a:pt x="43163" y="17188"/>
                    <a:pt x="43163" y="11071"/>
                  </a:cubicBezTo>
                  <a:cubicBezTo>
                    <a:pt x="43163" y="4954"/>
                    <a:pt x="38210" y="1"/>
                    <a:pt x="32092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2"/>
            <p:cNvSpPr/>
            <p:nvPr/>
          </p:nvSpPr>
          <p:spPr>
            <a:xfrm>
              <a:off x="1384284" y="3716413"/>
              <a:ext cx="565935" cy="565903"/>
            </a:xfrm>
            <a:custGeom>
              <a:avLst/>
              <a:gdLst/>
              <a:ahLst/>
              <a:cxnLst/>
              <a:rect l="l" t="t" r="r" b="b"/>
              <a:pathLst>
                <a:path w="17691" h="17690" extrusionOk="0">
                  <a:moveTo>
                    <a:pt x="8857" y="0"/>
                  </a:moveTo>
                  <a:cubicBezTo>
                    <a:pt x="3972" y="0"/>
                    <a:pt x="1" y="3972"/>
                    <a:pt x="1" y="8833"/>
                  </a:cubicBezTo>
                  <a:cubicBezTo>
                    <a:pt x="1" y="13718"/>
                    <a:pt x="3972" y="17690"/>
                    <a:pt x="8857" y="17690"/>
                  </a:cubicBezTo>
                  <a:cubicBezTo>
                    <a:pt x="13742" y="17690"/>
                    <a:pt x="17690" y="13718"/>
                    <a:pt x="17690" y="8833"/>
                  </a:cubicBezTo>
                  <a:cubicBezTo>
                    <a:pt x="17690" y="3972"/>
                    <a:pt x="13742" y="0"/>
                    <a:pt x="88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2"/>
            <p:cNvSpPr txBox="1"/>
            <p:nvPr/>
          </p:nvSpPr>
          <p:spPr>
            <a:xfrm>
              <a:off x="4654150" y="3781225"/>
              <a:ext cx="2837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TRI y COK de la empresa</a:t>
              </a: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26" name="Google Shape;1526;p42"/>
            <p:cNvSpPr txBox="1"/>
            <p:nvPr/>
          </p:nvSpPr>
          <p:spPr>
            <a:xfrm>
              <a:off x="3457275" y="3837013"/>
              <a:ext cx="1267124" cy="33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Índices</a:t>
              </a:r>
              <a:endParaRPr sz="1800" b="1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27" name="Google Shape;1527;p42"/>
            <p:cNvSpPr txBox="1"/>
            <p:nvPr/>
          </p:nvSpPr>
          <p:spPr>
            <a:xfrm>
              <a:off x="1999450" y="3811092"/>
              <a:ext cx="566100" cy="38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04</a:t>
              </a:r>
              <a:endParaRPr sz="24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1528" name="Google Shape;1528;p42"/>
            <p:cNvGrpSpPr/>
            <p:nvPr/>
          </p:nvGrpSpPr>
          <p:grpSpPr>
            <a:xfrm>
              <a:off x="1495211" y="3822701"/>
              <a:ext cx="356139" cy="353357"/>
              <a:chOff x="2508825" y="2318350"/>
              <a:chExt cx="297750" cy="295400"/>
            </a:xfrm>
          </p:grpSpPr>
          <p:sp>
            <p:nvSpPr>
              <p:cNvPr id="1529" name="Google Shape;1529;p42"/>
              <p:cNvSpPr/>
              <p:nvPr/>
            </p:nvSpPr>
            <p:spPr>
              <a:xfrm>
                <a:off x="2508825" y="2318350"/>
                <a:ext cx="297750" cy="295400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1816" extrusionOk="0">
                    <a:moveTo>
                      <a:pt x="5892" y="694"/>
                    </a:moveTo>
                    <a:cubicBezTo>
                      <a:pt x="7625" y="694"/>
                      <a:pt x="9043" y="2112"/>
                      <a:pt x="9043" y="3845"/>
                    </a:cubicBezTo>
                    <a:cubicBezTo>
                      <a:pt x="9043" y="5483"/>
                      <a:pt x="7751" y="6838"/>
                      <a:pt x="6081" y="6932"/>
                    </a:cubicBezTo>
                    <a:cubicBezTo>
                      <a:pt x="6018" y="6932"/>
                      <a:pt x="5987" y="6901"/>
                      <a:pt x="5924" y="6869"/>
                    </a:cubicBezTo>
                    <a:lnTo>
                      <a:pt x="5766" y="6711"/>
                    </a:lnTo>
                    <a:cubicBezTo>
                      <a:pt x="5297" y="6298"/>
                      <a:pt x="4683" y="6101"/>
                      <a:pt x="4072" y="6101"/>
                    </a:cubicBezTo>
                    <a:cubicBezTo>
                      <a:pt x="3985" y="6101"/>
                      <a:pt x="3899" y="6105"/>
                      <a:pt x="3813" y="6113"/>
                    </a:cubicBezTo>
                    <a:cubicBezTo>
                      <a:pt x="3151" y="5577"/>
                      <a:pt x="2773" y="4727"/>
                      <a:pt x="2773" y="3845"/>
                    </a:cubicBezTo>
                    <a:cubicBezTo>
                      <a:pt x="2773" y="2112"/>
                      <a:pt x="4191" y="694"/>
                      <a:pt x="5892" y="694"/>
                    </a:cubicBezTo>
                    <a:close/>
                    <a:moveTo>
                      <a:pt x="4171" y="6822"/>
                    </a:moveTo>
                    <a:cubicBezTo>
                      <a:pt x="4577" y="6822"/>
                      <a:pt x="4979" y="6964"/>
                      <a:pt x="5294" y="7247"/>
                    </a:cubicBezTo>
                    <a:cubicBezTo>
                      <a:pt x="5420" y="7373"/>
                      <a:pt x="5735" y="7657"/>
                      <a:pt x="5892" y="7657"/>
                    </a:cubicBezTo>
                    <a:lnTo>
                      <a:pt x="7972" y="7657"/>
                    </a:lnTo>
                    <a:cubicBezTo>
                      <a:pt x="8192" y="7657"/>
                      <a:pt x="8350" y="7814"/>
                      <a:pt x="8350" y="8003"/>
                    </a:cubicBezTo>
                    <a:cubicBezTo>
                      <a:pt x="8350" y="8192"/>
                      <a:pt x="8192" y="8350"/>
                      <a:pt x="7972" y="8350"/>
                    </a:cubicBezTo>
                    <a:lnTo>
                      <a:pt x="5514" y="8350"/>
                    </a:lnTo>
                    <a:cubicBezTo>
                      <a:pt x="5294" y="8350"/>
                      <a:pt x="5136" y="8507"/>
                      <a:pt x="5136" y="8728"/>
                    </a:cubicBezTo>
                    <a:cubicBezTo>
                      <a:pt x="5136" y="8917"/>
                      <a:pt x="5294" y="9074"/>
                      <a:pt x="5514" y="9074"/>
                    </a:cubicBezTo>
                    <a:lnTo>
                      <a:pt x="8224" y="9074"/>
                    </a:lnTo>
                    <a:cubicBezTo>
                      <a:pt x="8507" y="9074"/>
                      <a:pt x="8759" y="8948"/>
                      <a:pt x="8980" y="8759"/>
                    </a:cubicBezTo>
                    <a:lnTo>
                      <a:pt x="10492" y="7090"/>
                    </a:lnTo>
                    <a:cubicBezTo>
                      <a:pt x="10568" y="7033"/>
                      <a:pt x="10666" y="6987"/>
                      <a:pt x="10766" y="6987"/>
                    </a:cubicBezTo>
                    <a:cubicBezTo>
                      <a:pt x="10833" y="6987"/>
                      <a:pt x="10902" y="7008"/>
                      <a:pt x="10965" y="7058"/>
                    </a:cubicBezTo>
                    <a:cubicBezTo>
                      <a:pt x="11122" y="7184"/>
                      <a:pt x="11185" y="7373"/>
                      <a:pt x="11059" y="7531"/>
                    </a:cubicBezTo>
                    <a:lnTo>
                      <a:pt x="9389" y="9767"/>
                    </a:lnTo>
                    <a:cubicBezTo>
                      <a:pt x="9074" y="10209"/>
                      <a:pt x="8570" y="10492"/>
                      <a:pt x="8035" y="10492"/>
                    </a:cubicBezTo>
                    <a:lnTo>
                      <a:pt x="2773" y="10492"/>
                    </a:lnTo>
                    <a:lnTo>
                      <a:pt x="2773" y="7468"/>
                    </a:lnTo>
                    <a:lnTo>
                      <a:pt x="3025" y="7247"/>
                    </a:lnTo>
                    <a:cubicBezTo>
                      <a:pt x="3356" y="6964"/>
                      <a:pt x="3766" y="6822"/>
                      <a:pt x="4171" y="6822"/>
                    </a:cubicBezTo>
                    <a:close/>
                    <a:moveTo>
                      <a:pt x="1734" y="6932"/>
                    </a:moveTo>
                    <a:cubicBezTo>
                      <a:pt x="1923" y="6932"/>
                      <a:pt x="2080" y="7090"/>
                      <a:pt x="2080" y="7310"/>
                    </a:cubicBezTo>
                    <a:lnTo>
                      <a:pt x="2080" y="10807"/>
                    </a:lnTo>
                    <a:cubicBezTo>
                      <a:pt x="2080" y="10996"/>
                      <a:pt x="1923" y="11154"/>
                      <a:pt x="1734" y="11154"/>
                    </a:cubicBezTo>
                    <a:lnTo>
                      <a:pt x="662" y="11154"/>
                    </a:lnTo>
                    <a:lnTo>
                      <a:pt x="662" y="6932"/>
                    </a:lnTo>
                    <a:close/>
                    <a:moveTo>
                      <a:pt x="5924" y="1"/>
                    </a:moveTo>
                    <a:cubicBezTo>
                      <a:pt x="3844" y="1"/>
                      <a:pt x="2112" y="1734"/>
                      <a:pt x="2112" y="3845"/>
                    </a:cubicBezTo>
                    <a:cubicBezTo>
                      <a:pt x="2112" y="4790"/>
                      <a:pt x="2458" y="5672"/>
                      <a:pt x="3088" y="6396"/>
                    </a:cubicBezTo>
                    <a:cubicBezTo>
                      <a:pt x="2931" y="6459"/>
                      <a:pt x="2773" y="6585"/>
                      <a:pt x="2616" y="6711"/>
                    </a:cubicBezTo>
                    <a:cubicBezTo>
                      <a:pt x="2427" y="6428"/>
                      <a:pt x="2112" y="6270"/>
                      <a:pt x="1765" y="6270"/>
                    </a:cubicBezTo>
                    <a:lnTo>
                      <a:pt x="347" y="6270"/>
                    </a:lnTo>
                    <a:cubicBezTo>
                      <a:pt x="158" y="6270"/>
                      <a:pt x="1" y="6428"/>
                      <a:pt x="1" y="6585"/>
                    </a:cubicBezTo>
                    <a:lnTo>
                      <a:pt x="1" y="11469"/>
                    </a:lnTo>
                    <a:cubicBezTo>
                      <a:pt x="1" y="11658"/>
                      <a:pt x="158" y="11815"/>
                      <a:pt x="347" y="11815"/>
                    </a:cubicBezTo>
                    <a:lnTo>
                      <a:pt x="1765" y="11815"/>
                    </a:lnTo>
                    <a:cubicBezTo>
                      <a:pt x="2238" y="11815"/>
                      <a:pt x="2584" y="11563"/>
                      <a:pt x="2742" y="11122"/>
                    </a:cubicBezTo>
                    <a:lnTo>
                      <a:pt x="8035" y="11122"/>
                    </a:lnTo>
                    <a:cubicBezTo>
                      <a:pt x="8759" y="11122"/>
                      <a:pt x="9515" y="10776"/>
                      <a:pt x="9956" y="10146"/>
                    </a:cubicBezTo>
                    <a:lnTo>
                      <a:pt x="11595" y="7877"/>
                    </a:lnTo>
                    <a:cubicBezTo>
                      <a:pt x="11910" y="7468"/>
                      <a:pt x="11878" y="6838"/>
                      <a:pt x="11437" y="6459"/>
                    </a:cubicBezTo>
                    <a:cubicBezTo>
                      <a:pt x="11249" y="6301"/>
                      <a:pt x="11015" y="6221"/>
                      <a:pt x="10780" y="6221"/>
                    </a:cubicBezTo>
                    <a:cubicBezTo>
                      <a:pt x="10503" y="6221"/>
                      <a:pt x="10224" y="6332"/>
                      <a:pt x="10019" y="6554"/>
                    </a:cubicBezTo>
                    <a:lnTo>
                      <a:pt x="9011" y="7657"/>
                    </a:lnTo>
                    <a:cubicBezTo>
                      <a:pt x="8885" y="7247"/>
                      <a:pt x="8539" y="6932"/>
                      <a:pt x="8098" y="6932"/>
                    </a:cubicBezTo>
                    <a:cubicBezTo>
                      <a:pt x="8287" y="6838"/>
                      <a:pt x="8444" y="6680"/>
                      <a:pt x="8602" y="6522"/>
                    </a:cubicBezTo>
                    <a:cubicBezTo>
                      <a:pt x="9358" y="5798"/>
                      <a:pt x="9767" y="4821"/>
                      <a:pt x="9767" y="3845"/>
                    </a:cubicBezTo>
                    <a:cubicBezTo>
                      <a:pt x="9767" y="1734"/>
                      <a:pt x="8035" y="1"/>
                      <a:pt x="59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42"/>
              <p:cNvSpPr/>
              <p:nvPr/>
            </p:nvSpPr>
            <p:spPr>
              <a:xfrm>
                <a:off x="2629350" y="2353025"/>
                <a:ext cx="54350" cy="121300"/>
              </a:xfrm>
              <a:custGeom>
                <a:avLst/>
                <a:gdLst/>
                <a:ahLst/>
                <a:cxnLst/>
                <a:rect l="l" t="t" r="r" b="b"/>
                <a:pathLst>
                  <a:path w="2174" h="4852" extrusionOk="0">
                    <a:moveTo>
                      <a:pt x="1071" y="0"/>
                    </a:moveTo>
                    <a:cubicBezTo>
                      <a:pt x="882" y="0"/>
                      <a:pt x="725" y="158"/>
                      <a:pt x="725" y="347"/>
                    </a:cubicBezTo>
                    <a:lnTo>
                      <a:pt x="725" y="756"/>
                    </a:lnTo>
                    <a:cubicBezTo>
                      <a:pt x="315" y="914"/>
                      <a:pt x="63" y="1292"/>
                      <a:pt x="63" y="1733"/>
                    </a:cubicBezTo>
                    <a:cubicBezTo>
                      <a:pt x="0" y="2332"/>
                      <a:pt x="473" y="2804"/>
                      <a:pt x="1071" y="2804"/>
                    </a:cubicBezTo>
                    <a:cubicBezTo>
                      <a:pt x="1260" y="2804"/>
                      <a:pt x="1418" y="2962"/>
                      <a:pt x="1418" y="3151"/>
                    </a:cubicBezTo>
                    <a:cubicBezTo>
                      <a:pt x="1418" y="3308"/>
                      <a:pt x="1355" y="3434"/>
                      <a:pt x="1229" y="3466"/>
                    </a:cubicBezTo>
                    <a:cubicBezTo>
                      <a:pt x="1185" y="3492"/>
                      <a:pt x="1140" y="3503"/>
                      <a:pt x="1093" y="3503"/>
                    </a:cubicBezTo>
                    <a:cubicBezTo>
                      <a:pt x="970" y="3503"/>
                      <a:pt x="839" y="3422"/>
                      <a:pt x="725" y="3308"/>
                    </a:cubicBezTo>
                    <a:cubicBezTo>
                      <a:pt x="662" y="3245"/>
                      <a:pt x="575" y="3214"/>
                      <a:pt x="488" y="3214"/>
                    </a:cubicBezTo>
                    <a:cubicBezTo>
                      <a:pt x="402" y="3214"/>
                      <a:pt x="315" y="3245"/>
                      <a:pt x="252" y="3308"/>
                    </a:cubicBezTo>
                    <a:cubicBezTo>
                      <a:pt x="126" y="3434"/>
                      <a:pt x="126" y="3655"/>
                      <a:pt x="252" y="3781"/>
                    </a:cubicBezTo>
                    <a:cubicBezTo>
                      <a:pt x="410" y="3938"/>
                      <a:pt x="567" y="4064"/>
                      <a:pt x="756" y="4096"/>
                    </a:cubicBezTo>
                    <a:lnTo>
                      <a:pt x="756" y="4505"/>
                    </a:lnTo>
                    <a:cubicBezTo>
                      <a:pt x="756" y="4694"/>
                      <a:pt x="914" y="4852"/>
                      <a:pt x="1103" y="4852"/>
                    </a:cubicBezTo>
                    <a:cubicBezTo>
                      <a:pt x="1323" y="4852"/>
                      <a:pt x="1481" y="4694"/>
                      <a:pt x="1481" y="4505"/>
                    </a:cubicBezTo>
                    <a:lnTo>
                      <a:pt x="1481" y="4096"/>
                    </a:lnTo>
                    <a:cubicBezTo>
                      <a:pt x="1481" y="4096"/>
                      <a:pt x="1512" y="4096"/>
                      <a:pt x="1512" y="4064"/>
                    </a:cubicBezTo>
                    <a:cubicBezTo>
                      <a:pt x="1890" y="3907"/>
                      <a:pt x="2142" y="3497"/>
                      <a:pt x="2142" y="3119"/>
                    </a:cubicBezTo>
                    <a:cubicBezTo>
                      <a:pt x="2142" y="2521"/>
                      <a:pt x="1670" y="2079"/>
                      <a:pt x="1103" y="2079"/>
                    </a:cubicBezTo>
                    <a:cubicBezTo>
                      <a:pt x="914" y="2079"/>
                      <a:pt x="756" y="1922"/>
                      <a:pt x="756" y="1733"/>
                    </a:cubicBezTo>
                    <a:cubicBezTo>
                      <a:pt x="756" y="1575"/>
                      <a:pt x="851" y="1449"/>
                      <a:pt x="1008" y="1418"/>
                    </a:cubicBezTo>
                    <a:cubicBezTo>
                      <a:pt x="1047" y="1405"/>
                      <a:pt x="1085" y="1399"/>
                      <a:pt x="1124" y="1399"/>
                    </a:cubicBezTo>
                    <a:cubicBezTo>
                      <a:pt x="1273" y="1399"/>
                      <a:pt x="1418" y="1494"/>
                      <a:pt x="1544" y="1670"/>
                    </a:cubicBezTo>
                    <a:cubicBezTo>
                      <a:pt x="1610" y="1753"/>
                      <a:pt x="1703" y="1792"/>
                      <a:pt x="1795" y="1792"/>
                    </a:cubicBezTo>
                    <a:cubicBezTo>
                      <a:pt x="1876" y="1792"/>
                      <a:pt x="1957" y="1761"/>
                      <a:pt x="2016" y="1701"/>
                    </a:cubicBezTo>
                    <a:cubicBezTo>
                      <a:pt x="2174" y="1575"/>
                      <a:pt x="2174" y="1323"/>
                      <a:pt x="2048" y="1229"/>
                    </a:cubicBezTo>
                    <a:cubicBezTo>
                      <a:pt x="1859" y="977"/>
                      <a:pt x="1670" y="819"/>
                      <a:pt x="1418" y="756"/>
                    </a:cubicBezTo>
                    <a:lnTo>
                      <a:pt x="1418" y="347"/>
                    </a:lnTo>
                    <a:cubicBezTo>
                      <a:pt x="1418" y="158"/>
                      <a:pt x="1260" y="0"/>
                      <a:pt x="10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31" name="Google Shape;1531;p42"/>
          <p:cNvGrpSpPr/>
          <p:nvPr/>
        </p:nvGrpSpPr>
        <p:grpSpPr>
          <a:xfrm>
            <a:off x="1308375" y="1176200"/>
            <a:ext cx="6454748" cy="709058"/>
            <a:chOff x="1308375" y="1176200"/>
            <a:chExt cx="6454748" cy="709058"/>
          </a:xfrm>
        </p:grpSpPr>
        <p:sp>
          <p:nvSpPr>
            <p:cNvPr id="1532" name="Google Shape;1532;p42"/>
            <p:cNvSpPr/>
            <p:nvPr/>
          </p:nvSpPr>
          <p:spPr>
            <a:xfrm>
              <a:off x="2821948" y="1176200"/>
              <a:ext cx="4941175" cy="709058"/>
            </a:xfrm>
            <a:custGeom>
              <a:avLst/>
              <a:gdLst/>
              <a:ahLst/>
              <a:cxnLst/>
              <a:rect l="l" t="t" r="r" b="b"/>
              <a:pathLst>
                <a:path w="154460" h="22165" extrusionOk="0">
                  <a:moveTo>
                    <a:pt x="11071" y="1"/>
                  </a:moveTo>
                  <a:cubicBezTo>
                    <a:pt x="4954" y="1"/>
                    <a:pt x="1" y="4954"/>
                    <a:pt x="1" y="11071"/>
                  </a:cubicBezTo>
                  <a:cubicBezTo>
                    <a:pt x="1" y="17188"/>
                    <a:pt x="4954" y="22164"/>
                    <a:pt x="11071" y="22164"/>
                  </a:cubicBezTo>
                  <a:lnTo>
                    <a:pt x="143389" y="22164"/>
                  </a:lnTo>
                  <a:cubicBezTo>
                    <a:pt x="149507" y="22164"/>
                    <a:pt x="154460" y="17188"/>
                    <a:pt x="154460" y="11071"/>
                  </a:cubicBezTo>
                  <a:cubicBezTo>
                    <a:pt x="154460" y="4954"/>
                    <a:pt x="149507" y="1"/>
                    <a:pt x="143389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2"/>
            <p:cNvSpPr/>
            <p:nvPr/>
          </p:nvSpPr>
          <p:spPr>
            <a:xfrm>
              <a:off x="3111829" y="1447815"/>
              <a:ext cx="154096" cy="153392"/>
            </a:xfrm>
            <a:custGeom>
              <a:avLst/>
              <a:gdLst/>
              <a:ahLst/>
              <a:cxnLst/>
              <a:rect l="l" t="t" r="r" b="b"/>
              <a:pathLst>
                <a:path w="4817" h="4795" extrusionOk="0">
                  <a:moveTo>
                    <a:pt x="2420" y="1"/>
                  </a:moveTo>
                  <a:cubicBezTo>
                    <a:pt x="1073" y="1"/>
                    <a:pt x="1" y="1074"/>
                    <a:pt x="1" y="2397"/>
                  </a:cubicBezTo>
                  <a:cubicBezTo>
                    <a:pt x="1" y="3721"/>
                    <a:pt x="1073" y="4794"/>
                    <a:pt x="2420" y="4794"/>
                  </a:cubicBezTo>
                  <a:cubicBezTo>
                    <a:pt x="3744" y="4794"/>
                    <a:pt x="4817" y="3721"/>
                    <a:pt x="4817" y="2397"/>
                  </a:cubicBezTo>
                  <a:cubicBezTo>
                    <a:pt x="4817" y="1074"/>
                    <a:pt x="3744" y="1"/>
                    <a:pt x="24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2"/>
            <p:cNvSpPr/>
            <p:nvPr/>
          </p:nvSpPr>
          <p:spPr>
            <a:xfrm>
              <a:off x="1308375" y="1176200"/>
              <a:ext cx="1380784" cy="709058"/>
            </a:xfrm>
            <a:custGeom>
              <a:avLst/>
              <a:gdLst/>
              <a:ahLst/>
              <a:cxnLst/>
              <a:rect l="l" t="t" r="r" b="b"/>
              <a:pathLst>
                <a:path w="43163" h="22165" extrusionOk="0">
                  <a:moveTo>
                    <a:pt x="11070" y="1"/>
                  </a:moveTo>
                  <a:cubicBezTo>
                    <a:pt x="4953" y="1"/>
                    <a:pt x="0" y="4954"/>
                    <a:pt x="0" y="11071"/>
                  </a:cubicBezTo>
                  <a:cubicBezTo>
                    <a:pt x="0" y="17188"/>
                    <a:pt x="4953" y="22164"/>
                    <a:pt x="11070" y="22164"/>
                  </a:cubicBezTo>
                  <a:lnTo>
                    <a:pt x="32092" y="22164"/>
                  </a:lnTo>
                  <a:cubicBezTo>
                    <a:pt x="38210" y="22164"/>
                    <a:pt x="43163" y="17188"/>
                    <a:pt x="43163" y="11071"/>
                  </a:cubicBezTo>
                  <a:cubicBezTo>
                    <a:pt x="43163" y="4954"/>
                    <a:pt x="38210" y="1"/>
                    <a:pt x="32092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2"/>
            <p:cNvSpPr/>
            <p:nvPr/>
          </p:nvSpPr>
          <p:spPr>
            <a:xfrm>
              <a:off x="1384284" y="1242640"/>
              <a:ext cx="565935" cy="565935"/>
            </a:xfrm>
            <a:custGeom>
              <a:avLst/>
              <a:gdLst/>
              <a:ahLst/>
              <a:cxnLst/>
              <a:rect l="l" t="t" r="r" b="b"/>
              <a:pathLst>
                <a:path w="17691" h="17691" extrusionOk="0">
                  <a:moveTo>
                    <a:pt x="8857" y="1"/>
                  </a:moveTo>
                  <a:cubicBezTo>
                    <a:pt x="3972" y="1"/>
                    <a:pt x="1" y="3973"/>
                    <a:pt x="1" y="8857"/>
                  </a:cubicBezTo>
                  <a:cubicBezTo>
                    <a:pt x="1" y="13742"/>
                    <a:pt x="3972" y="17691"/>
                    <a:pt x="8857" y="17691"/>
                  </a:cubicBezTo>
                  <a:cubicBezTo>
                    <a:pt x="13742" y="17691"/>
                    <a:pt x="17690" y="13742"/>
                    <a:pt x="17690" y="8857"/>
                  </a:cubicBezTo>
                  <a:cubicBezTo>
                    <a:pt x="17690" y="3973"/>
                    <a:pt x="13742" y="1"/>
                    <a:pt x="88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2"/>
            <p:cNvSpPr txBox="1"/>
            <p:nvPr/>
          </p:nvSpPr>
          <p:spPr>
            <a:xfrm>
              <a:off x="4654150" y="1306775"/>
              <a:ext cx="2837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Variación de precios y cantidades</a:t>
              </a:r>
              <a:endParaRPr sz="1200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37" name="Google Shape;1537;p42"/>
            <p:cNvSpPr txBox="1"/>
            <p:nvPr/>
          </p:nvSpPr>
          <p:spPr>
            <a:xfrm>
              <a:off x="3457274" y="1362587"/>
              <a:ext cx="1267125" cy="33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Comercial</a:t>
              </a:r>
              <a:endParaRPr sz="1600" b="1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38" name="Google Shape;1538;p42"/>
            <p:cNvSpPr txBox="1"/>
            <p:nvPr/>
          </p:nvSpPr>
          <p:spPr>
            <a:xfrm>
              <a:off x="1999450" y="1362575"/>
              <a:ext cx="566100" cy="33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01</a:t>
              </a:r>
              <a:endParaRPr sz="24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39" name="Google Shape;1539;p42"/>
            <p:cNvSpPr/>
            <p:nvPr/>
          </p:nvSpPr>
          <p:spPr>
            <a:xfrm>
              <a:off x="1517039" y="1330445"/>
              <a:ext cx="300399" cy="388134"/>
            </a:xfrm>
            <a:custGeom>
              <a:avLst/>
              <a:gdLst/>
              <a:ahLst/>
              <a:cxnLst/>
              <a:rect l="l" t="t" r="r" b="b"/>
              <a:pathLst>
                <a:path w="9169" h="11846" extrusionOk="0">
                  <a:moveTo>
                    <a:pt x="4695" y="2079"/>
                  </a:moveTo>
                  <a:cubicBezTo>
                    <a:pt x="5073" y="2079"/>
                    <a:pt x="5388" y="2394"/>
                    <a:pt x="5388" y="2772"/>
                  </a:cubicBezTo>
                  <a:cubicBezTo>
                    <a:pt x="5388" y="3181"/>
                    <a:pt x="5073" y="3496"/>
                    <a:pt x="4695" y="3496"/>
                  </a:cubicBezTo>
                  <a:cubicBezTo>
                    <a:pt x="4285" y="3496"/>
                    <a:pt x="3970" y="3181"/>
                    <a:pt x="3970" y="2772"/>
                  </a:cubicBezTo>
                  <a:cubicBezTo>
                    <a:pt x="3970" y="2394"/>
                    <a:pt x="4285" y="2079"/>
                    <a:pt x="4695" y="2079"/>
                  </a:cubicBezTo>
                  <a:close/>
                  <a:moveTo>
                    <a:pt x="4695" y="4189"/>
                  </a:moveTo>
                  <a:cubicBezTo>
                    <a:pt x="5640" y="4189"/>
                    <a:pt x="6428" y="4977"/>
                    <a:pt x="6428" y="5922"/>
                  </a:cubicBezTo>
                  <a:lnTo>
                    <a:pt x="6428" y="6300"/>
                  </a:lnTo>
                  <a:lnTo>
                    <a:pt x="2962" y="6300"/>
                  </a:lnTo>
                  <a:lnTo>
                    <a:pt x="2962" y="5922"/>
                  </a:lnTo>
                  <a:cubicBezTo>
                    <a:pt x="2962" y="4945"/>
                    <a:pt x="3750" y="4189"/>
                    <a:pt x="4695" y="4189"/>
                  </a:cubicBezTo>
                  <a:close/>
                  <a:moveTo>
                    <a:pt x="4730" y="664"/>
                  </a:moveTo>
                  <a:cubicBezTo>
                    <a:pt x="6870" y="664"/>
                    <a:pt x="8538" y="2418"/>
                    <a:pt x="8538" y="4473"/>
                  </a:cubicBezTo>
                  <a:cubicBezTo>
                    <a:pt x="8538" y="5544"/>
                    <a:pt x="8097" y="6552"/>
                    <a:pt x="7310" y="7277"/>
                  </a:cubicBezTo>
                  <a:cubicBezTo>
                    <a:pt x="7215" y="7403"/>
                    <a:pt x="7121" y="7466"/>
                    <a:pt x="6995" y="7497"/>
                  </a:cubicBezTo>
                  <a:cubicBezTo>
                    <a:pt x="6774" y="7718"/>
                    <a:pt x="6522" y="7907"/>
                    <a:pt x="6459" y="8285"/>
                  </a:cubicBezTo>
                  <a:lnTo>
                    <a:pt x="5041" y="8285"/>
                  </a:lnTo>
                  <a:lnTo>
                    <a:pt x="5041" y="6993"/>
                  </a:lnTo>
                  <a:lnTo>
                    <a:pt x="6774" y="6993"/>
                  </a:lnTo>
                  <a:cubicBezTo>
                    <a:pt x="6963" y="6993"/>
                    <a:pt x="7121" y="6836"/>
                    <a:pt x="7121" y="6647"/>
                  </a:cubicBezTo>
                  <a:lnTo>
                    <a:pt x="7121" y="5922"/>
                  </a:lnTo>
                  <a:cubicBezTo>
                    <a:pt x="7121" y="4945"/>
                    <a:pt x="6585" y="4126"/>
                    <a:pt x="5734" y="3717"/>
                  </a:cubicBezTo>
                  <a:cubicBezTo>
                    <a:pt x="5987" y="3496"/>
                    <a:pt x="6113" y="3181"/>
                    <a:pt x="6113" y="2835"/>
                  </a:cubicBezTo>
                  <a:cubicBezTo>
                    <a:pt x="6113" y="2079"/>
                    <a:pt x="5482" y="1448"/>
                    <a:pt x="4726" y="1448"/>
                  </a:cubicBezTo>
                  <a:cubicBezTo>
                    <a:pt x="3970" y="1448"/>
                    <a:pt x="3340" y="2079"/>
                    <a:pt x="3340" y="2835"/>
                  </a:cubicBezTo>
                  <a:cubicBezTo>
                    <a:pt x="3340" y="3181"/>
                    <a:pt x="3466" y="3496"/>
                    <a:pt x="3687" y="3717"/>
                  </a:cubicBezTo>
                  <a:cubicBezTo>
                    <a:pt x="2868" y="4126"/>
                    <a:pt x="2332" y="4945"/>
                    <a:pt x="2332" y="5922"/>
                  </a:cubicBezTo>
                  <a:lnTo>
                    <a:pt x="2332" y="6647"/>
                  </a:lnTo>
                  <a:cubicBezTo>
                    <a:pt x="2332" y="6836"/>
                    <a:pt x="2489" y="6993"/>
                    <a:pt x="2679" y="6993"/>
                  </a:cubicBezTo>
                  <a:lnTo>
                    <a:pt x="4411" y="6993"/>
                  </a:lnTo>
                  <a:lnTo>
                    <a:pt x="4411" y="8411"/>
                  </a:lnTo>
                  <a:lnTo>
                    <a:pt x="2931" y="8411"/>
                  </a:lnTo>
                  <a:lnTo>
                    <a:pt x="2931" y="8380"/>
                  </a:lnTo>
                  <a:cubicBezTo>
                    <a:pt x="2836" y="7938"/>
                    <a:pt x="2615" y="7749"/>
                    <a:pt x="2363" y="7560"/>
                  </a:cubicBezTo>
                  <a:cubicBezTo>
                    <a:pt x="2300" y="7466"/>
                    <a:pt x="2174" y="7403"/>
                    <a:pt x="2048" y="7277"/>
                  </a:cubicBezTo>
                  <a:cubicBezTo>
                    <a:pt x="1135" y="6395"/>
                    <a:pt x="757" y="5135"/>
                    <a:pt x="946" y="3874"/>
                  </a:cubicBezTo>
                  <a:cubicBezTo>
                    <a:pt x="1198" y="2236"/>
                    <a:pt x="2615" y="881"/>
                    <a:pt x="4254" y="692"/>
                  </a:cubicBezTo>
                  <a:cubicBezTo>
                    <a:pt x="4415" y="673"/>
                    <a:pt x="4574" y="664"/>
                    <a:pt x="4730" y="664"/>
                  </a:cubicBezTo>
                  <a:close/>
                  <a:moveTo>
                    <a:pt x="6428" y="9073"/>
                  </a:moveTo>
                  <a:lnTo>
                    <a:pt x="6428" y="9419"/>
                  </a:lnTo>
                  <a:cubicBezTo>
                    <a:pt x="6428" y="9640"/>
                    <a:pt x="6270" y="9797"/>
                    <a:pt x="6081" y="9797"/>
                  </a:cubicBezTo>
                  <a:lnTo>
                    <a:pt x="3309" y="9797"/>
                  </a:lnTo>
                  <a:cubicBezTo>
                    <a:pt x="3120" y="9797"/>
                    <a:pt x="2962" y="9640"/>
                    <a:pt x="2962" y="9419"/>
                  </a:cubicBezTo>
                  <a:lnTo>
                    <a:pt x="2962" y="9073"/>
                  </a:lnTo>
                  <a:close/>
                  <a:moveTo>
                    <a:pt x="5703" y="10459"/>
                  </a:moveTo>
                  <a:lnTo>
                    <a:pt x="5703" y="10805"/>
                  </a:lnTo>
                  <a:cubicBezTo>
                    <a:pt x="5703" y="10994"/>
                    <a:pt x="5545" y="11183"/>
                    <a:pt x="5356" y="11183"/>
                  </a:cubicBezTo>
                  <a:lnTo>
                    <a:pt x="3970" y="11183"/>
                  </a:lnTo>
                  <a:cubicBezTo>
                    <a:pt x="3781" y="11183"/>
                    <a:pt x="3624" y="10994"/>
                    <a:pt x="3624" y="10805"/>
                  </a:cubicBezTo>
                  <a:lnTo>
                    <a:pt x="3624" y="10459"/>
                  </a:lnTo>
                  <a:close/>
                  <a:moveTo>
                    <a:pt x="4662" y="0"/>
                  </a:moveTo>
                  <a:cubicBezTo>
                    <a:pt x="4486" y="0"/>
                    <a:pt x="4308" y="10"/>
                    <a:pt x="4128" y="31"/>
                  </a:cubicBezTo>
                  <a:cubicBezTo>
                    <a:pt x="2174" y="251"/>
                    <a:pt x="568" y="1827"/>
                    <a:pt x="253" y="3780"/>
                  </a:cubicBezTo>
                  <a:cubicBezTo>
                    <a:pt x="1" y="5229"/>
                    <a:pt x="505" y="6710"/>
                    <a:pt x="1576" y="7749"/>
                  </a:cubicBezTo>
                  <a:cubicBezTo>
                    <a:pt x="1733" y="7875"/>
                    <a:pt x="1859" y="7970"/>
                    <a:pt x="1922" y="8064"/>
                  </a:cubicBezTo>
                  <a:cubicBezTo>
                    <a:pt x="2206" y="8285"/>
                    <a:pt x="2237" y="8348"/>
                    <a:pt x="2237" y="8695"/>
                  </a:cubicBezTo>
                  <a:lnTo>
                    <a:pt x="2237" y="9388"/>
                  </a:lnTo>
                  <a:cubicBezTo>
                    <a:pt x="2237" y="9829"/>
                    <a:pt x="2521" y="10238"/>
                    <a:pt x="2962" y="10396"/>
                  </a:cubicBezTo>
                  <a:lnTo>
                    <a:pt x="2962" y="10774"/>
                  </a:lnTo>
                  <a:cubicBezTo>
                    <a:pt x="2962" y="11404"/>
                    <a:pt x="3435" y="11845"/>
                    <a:pt x="3970" y="11845"/>
                  </a:cubicBezTo>
                  <a:lnTo>
                    <a:pt x="5356" y="11845"/>
                  </a:lnTo>
                  <a:cubicBezTo>
                    <a:pt x="5955" y="11845"/>
                    <a:pt x="6396" y="11372"/>
                    <a:pt x="6396" y="10805"/>
                  </a:cubicBezTo>
                  <a:lnTo>
                    <a:pt x="6396" y="10427"/>
                  </a:lnTo>
                  <a:cubicBezTo>
                    <a:pt x="6774" y="10270"/>
                    <a:pt x="7089" y="9923"/>
                    <a:pt x="7089" y="9451"/>
                  </a:cubicBezTo>
                  <a:lnTo>
                    <a:pt x="7089" y="8726"/>
                  </a:lnTo>
                  <a:cubicBezTo>
                    <a:pt x="7089" y="8380"/>
                    <a:pt x="7121" y="8348"/>
                    <a:pt x="7404" y="8096"/>
                  </a:cubicBezTo>
                  <a:cubicBezTo>
                    <a:pt x="7499" y="8033"/>
                    <a:pt x="7593" y="7938"/>
                    <a:pt x="7751" y="7812"/>
                  </a:cubicBezTo>
                  <a:cubicBezTo>
                    <a:pt x="8664" y="6962"/>
                    <a:pt x="9169" y="5765"/>
                    <a:pt x="9169" y="4504"/>
                  </a:cubicBezTo>
                  <a:cubicBezTo>
                    <a:pt x="9169" y="2060"/>
                    <a:pt x="7186" y="0"/>
                    <a:pt x="46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0" name="Google Shape;1540;p42"/>
          <p:cNvGrpSpPr/>
          <p:nvPr/>
        </p:nvGrpSpPr>
        <p:grpSpPr>
          <a:xfrm>
            <a:off x="1308375" y="2001281"/>
            <a:ext cx="6454748" cy="708291"/>
            <a:chOff x="1308375" y="2001281"/>
            <a:chExt cx="6454748" cy="708291"/>
          </a:xfrm>
        </p:grpSpPr>
        <p:sp>
          <p:nvSpPr>
            <p:cNvPr id="1541" name="Google Shape;1541;p42"/>
            <p:cNvSpPr/>
            <p:nvPr/>
          </p:nvSpPr>
          <p:spPr>
            <a:xfrm>
              <a:off x="2821948" y="2001281"/>
              <a:ext cx="4941175" cy="708291"/>
            </a:xfrm>
            <a:custGeom>
              <a:avLst/>
              <a:gdLst/>
              <a:ahLst/>
              <a:cxnLst/>
              <a:rect l="l" t="t" r="r" b="b"/>
              <a:pathLst>
                <a:path w="154460" h="22141" extrusionOk="0">
                  <a:moveTo>
                    <a:pt x="11071" y="0"/>
                  </a:moveTo>
                  <a:cubicBezTo>
                    <a:pt x="4954" y="0"/>
                    <a:pt x="1" y="4953"/>
                    <a:pt x="1" y="11071"/>
                  </a:cubicBezTo>
                  <a:cubicBezTo>
                    <a:pt x="1" y="17188"/>
                    <a:pt x="4954" y="22141"/>
                    <a:pt x="11071" y="22141"/>
                  </a:cubicBezTo>
                  <a:lnTo>
                    <a:pt x="143389" y="22141"/>
                  </a:lnTo>
                  <a:cubicBezTo>
                    <a:pt x="149507" y="22141"/>
                    <a:pt x="154460" y="17188"/>
                    <a:pt x="154460" y="11071"/>
                  </a:cubicBezTo>
                  <a:cubicBezTo>
                    <a:pt x="154460" y="4953"/>
                    <a:pt x="149507" y="0"/>
                    <a:pt x="143389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42"/>
            <p:cNvSpPr/>
            <p:nvPr/>
          </p:nvSpPr>
          <p:spPr>
            <a:xfrm>
              <a:off x="3111829" y="2278015"/>
              <a:ext cx="154096" cy="154096"/>
            </a:xfrm>
            <a:custGeom>
              <a:avLst/>
              <a:gdLst/>
              <a:ahLst/>
              <a:cxnLst/>
              <a:rect l="l" t="t" r="r" b="b"/>
              <a:pathLst>
                <a:path w="4817" h="4817" extrusionOk="0">
                  <a:moveTo>
                    <a:pt x="2420" y="0"/>
                  </a:moveTo>
                  <a:cubicBezTo>
                    <a:pt x="1073" y="0"/>
                    <a:pt x="1" y="1073"/>
                    <a:pt x="1" y="2397"/>
                  </a:cubicBezTo>
                  <a:cubicBezTo>
                    <a:pt x="1" y="3721"/>
                    <a:pt x="1073" y="4816"/>
                    <a:pt x="2420" y="4816"/>
                  </a:cubicBezTo>
                  <a:cubicBezTo>
                    <a:pt x="3744" y="4816"/>
                    <a:pt x="4817" y="3721"/>
                    <a:pt x="4817" y="2397"/>
                  </a:cubicBezTo>
                  <a:cubicBezTo>
                    <a:pt x="4817" y="1073"/>
                    <a:pt x="3744" y="0"/>
                    <a:pt x="24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42"/>
            <p:cNvSpPr/>
            <p:nvPr/>
          </p:nvSpPr>
          <p:spPr>
            <a:xfrm>
              <a:off x="1308375" y="2001281"/>
              <a:ext cx="1380784" cy="708291"/>
            </a:xfrm>
            <a:custGeom>
              <a:avLst/>
              <a:gdLst/>
              <a:ahLst/>
              <a:cxnLst/>
              <a:rect l="l" t="t" r="r" b="b"/>
              <a:pathLst>
                <a:path w="43163" h="22141" extrusionOk="0">
                  <a:moveTo>
                    <a:pt x="11070" y="0"/>
                  </a:moveTo>
                  <a:cubicBezTo>
                    <a:pt x="4953" y="0"/>
                    <a:pt x="0" y="4953"/>
                    <a:pt x="0" y="11071"/>
                  </a:cubicBezTo>
                  <a:cubicBezTo>
                    <a:pt x="0" y="17188"/>
                    <a:pt x="4953" y="22141"/>
                    <a:pt x="11070" y="22141"/>
                  </a:cubicBezTo>
                  <a:lnTo>
                    <a:pt x="32092" y="22141"/>
                  </a:lnTo>
                  <a:cubicBezTo>
                    <a:pt x="38210" y="22141"/>
                    <a:pt x="43163" y="17188"/>
                    <a:pt x="43163" y="11071"/>
                  </a:cubicBezTo>
                  <a:cubicBezTo>
                    <a:pt x="43163" y="4953"/>
                    <a:pt x="38210" y="0"/>
                    <a:pt x="32092" y="0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42"/>
            <p:cNvSpPr/>
            <p:nvPr/>
          </p:nvSpPr>
          <p:spPr>
            <a:xfrm>
              <a:off x="1384284" y="2073576"/>
              <a:ext cx="565935" cy="565903"/>
            </a:xfrm>
            <a:custGeom>
              <a:avLst/>
              <a:gdLst/>
              <a:ahLst/>
              <a:cxnLst/>
              <a:rect l="l" t="t" r="r" b="b"/>
              <a:pathLst>
                <a:path w="17691" h="17690" extrusionOk="0">
                  <a:moveTo>
                    <a:pt x="8857" y="0"/>
                  </a:moveTo>
                  <a:cubicBezTo>
                    <a:pt x="3972" y="0"/>
                    <a:pt x="1" y="3949"/>
                    <a:pt x="1" y="8833"/>
                  </a:cubicBezTo>
                  <a:cubicBezTo>
                    <a:pt x="1" y="13718"/>
                    <a:pt x="3972" y="17690"/>
                    <a:pt x="8857" y="17690"/>
                  </a:cubicBezTo>
                  <a:cubicBezTo>
                    <a:pt x="13742" y="17690"/>
                    <a:pt x="17690" y="13718"/>
                    <a:pt x="17690" y="8833"/>
                  </a:cubicBezTo>
                  <a:cubicBezTo>
                    <a:pt x="17690" y="3949"/>
                    <a:pt x="13742" y="0"/>
                    <a:pt x="8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42"/>
            <p:cNvSpPr txBox="1"/>
            <p:nvPr/>
          </p:nvSpPr>
          <p:spPr>
            <a:xfrm>
              <a:off x="4654150" y="2131838"/>
              <a:ext cx="28050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200" dirty="0">
                  <a:latin typeface="Fira Sans"/>
                  <a:ea typeface="Fira Sans"/>
                  <a:cs typeface="Fira Sans"/>
                  <a:sym typeface="Fira Sans"/>
                </a:rPr>
                <a:t>Generación de Utilidades</a:t>
              </a:r>
            </a:p>
          </p:txBody>
        </p:sp>
        <p:sp>
          <p:nvSpPr>
            <p:cNvPr id="1546" name="Google Shape;1546;p42"/>
            <p:cNvSpPr txBox="1"/>
            <p:nvPr/>
          </p:nvSpPr>
          <p:spPr>
            <a:xfrm>
              <a:off x="3457274" y="2161638"/>
              <a:ext cx="1465245" cy="38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rPr>
                <a:t>Eficiencia</a:t>
              </a:r>
              <a:endParaRPr sz="1600" b="1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47" name="Google Shape;1547;p42"/>
            <p:cNvSpPr txBox="1"/>
            <p:nvPr/>
          </p:nvSpPr>
          <p:spPr>
            <a:xfrm>
              <a:off x="1999450" y="2161680"/>
              <a:ext cx="566100" cy="38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02</a:t>
              </a:r>
              <a:endParaRPr sz="24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1548" name="Google Shape;1548;p42"/>
            <p:cNvGrpSpPr/>
            <p:nvPr/>
          </p:nvGrpSpPr>
          <p:grpSpPr>
            <a:xfrm>
              <a:off x="1478712" y="2208670"/>
              <a:ext cx="389186" cy="294230"/>
              <a:chOff x="3962775" y="1990700"/>
              <a:chExt cx="296975" cy="224500"/>
            </a:xfrm>
          </p:grpSpPr>
          <p:sp>
            <p:nvSpPr>
              <p:cNvPr id="1549" name="Google Shape;1549;p42"/>
              <p:cNvSpPr/>
              <p:nvPr/>
            </p:nvSpPr>
            <p:spPr>
              <a:xfrm>
                <a:off x="4216400" y="2093100"/>
                <a:ext cx="43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1734" h="726" extrusionOk="0">
                    <a:moveTo>
                      <a:pt x="379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79" y="725"/>
                    </a:cubicBezTo>
                    <a:lnTo>
                      <a:pt x="1387" y="725"/>
                    </a:lnTo>
                    <a:cubicBezTo>
                      <a:pt x="1576" y="725"/>
                      <a:pt x="1733" y="568"/>
                      <a:pt x="1733" y="347"/>
                    </a:cubicBezTo>
                    <a:cubicBezTo>
                      <a:pt x="1702" y="158"/>
                      <a:pt x="1544" y="1"/>
                      <a:pt x="13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550;p42"/>
              <p:cNvSpPr/>
              <p:nvPr/>
            </p:nvSpPr>
            <p:spPr>
              <a:xfrm>
                <a:off x="4206950" y="2129325"/>
                <a:ext cx="35475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1356" extrusionOk="0">
                    <a:moveTo>
                      <a:pt x="351" y="1"/>
                    </a:moveTo>
                    <a:cubicBezTo>
                      <a:pt x="260" y="1"/>
                      <a:pt x="174" y="32"/>
                      <a:pt x="127" y="95"/>
                    </a:cubicBezTo>
                    <a:cubicBezTo>
                      <a:pt x="1" y="221"/>
                      <a:pt x="1" y="410"/>
                      <a:pt x="127" y="568"/>
                    </a:cubicBezTo>
                    <a:lnTo>
                      <a:pt x="820" y="1261"/>
                    </a:lnTo>
                    <a:cubicBezTo>
                      <a:pt x="883" y="1324"/>
                      <a:pt x="969" y="1356"/>
                      <a:pt x="1056" y="1356"/>
                    </a:cubicBezTo>
                    <a:cubicBezTo>
                      <a:pt x="1143" y="1356"/>
                      <a:pt x="1229" y="1324"/>
                      <a:pt x="1292" y="1261"/>
                    </a:cubicBezTo>
                    <a:cubicBezTo>
                      <a:pt x="1418" y="1166"/>
                      <a:pt x="1418" y="914"/>
                      <a:pt x="1292" y="788"/>
                    </a:cubicBezTo>
                    <a:lnTo>
                      <a:pt x="599" y="95"/>
                    </a:lnTo>
                    <a:cubicBezTo>
                      <a:pt x="536" y="32"/>
                      <a:pt x="442" y="1"/>
                      <a:pt x="3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551;p42"/>
              <p:cNvSpPr/>
              <p:nvPr/>
            </p:nvSpPr>
            <p:spPr>
              <a:xfrm>
                <a:off x="4207750" y="2041900"/>
                <a:ext cx="35450" cy="34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380" extrusionOk="0">
                    <a:moveTo>
                      <a:pt x="1067" y="1"/>
                    </a:moveTo>
                    <a:cubicBezTo>
                      <a:pt x="977" y="1"/>
                      <a:pt x="882" y="32"/>
                      <a:pt x="819" y="95"/>
                    </a:cubicBezTo>
                    <a:lnTo>
                      <a:pt x="126" y="788"/>
                    </a:lnTo>
                    <a:cubicBezTo>
                      <a:pt x="0" y="914"/>
                      <a:pt x="0" y="1135"/>
                      <a:pt x="126" y="1261"/>
                    </a:cubicBezTo>
                    <a:cubicBezTo>
                      <a:pt x="189" y="1340"/>
                      <a:pt x="268" y="1379"/>
                      <a:pt x="351" y="1379"/>
                    </a:cubicBezTo>
                    <a:cubicBezTo>
                      <a:pt x="433" y="1379"/>
                      <a:pt x="520" y="1340"/>
                      <a:pt x="599" y="1261"/>
                    </a:cubicBezTo>
                    <a:lnTo>
                      <a:pt x="1292" y="568"/>
                    </a:lnTo>
                    <a:cubicBezTo>
                      <a:pt x="1418" y="442"/>
                      <a:pt x="1418" y="190"/>
                      <a:pt x="1292" y="95"/>
                    </a:cubicBezTo>
                    <a:cubicBezTo>
                      <a:pt x="1244" y="32"/>
                      <a:pt x="1158" y="1"/>
                      <a:pt x="10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552;p42"/>
              <p:cNvSpPr/>
              <p:nvPr/>
            </p:nvSpPr>
            <p:spPr>
              <a:xfrm>
                <a:off x="3962775" y="1990700"/>
                <a:ext cx="226075" cy="224500"/>
              </a:xfrm>
              <a:custGeom>
                <a:avLst/>
                <a:gdLst/>
                <a:ahLst/>
                <a:cxnLst/>
                <a:rect l="l" t="t" r="r" b="b"/>
                <a:pathLst>
                  <a:path w="9043" h="8980" extrusionOk="0">
                    <a:moveTo>
                      <a:pt x="1419" y="3403"/>
                    </a:moveTo>
                    <a:lnTo>
                      <a:pt x="1419" y="4790"/>
                    </a:lnTo>
                    <a:cubicBezTo>
                      <a:pt x="1009" y="4790"/>
                      <a:pt x="694" y="4506"/>
                      <a:pt x="694" y="4097"/>
                    </a:cubicBezTo>
                    <a:cubicBezTo>
                      <a:pt x="694" y="3719"/>
                      <a:pt x="1009" y="3403"/>
                      <a:pt x="1419" y="3403"/>
                    </a:cubicBezTo>
                    <a:close/>
                    <a:moveTo>
                      <a:pt x="4191" y="2710"/>
                    </a:moveTo>
                    <a:lnTo>
                      <a:pt x="4191" y="5483"/>
                    </a:lnTo>
                    <a:lnTo>
                      <a:pt x="2490" y="5483"/>
                    </a:lnTo>
                    <a:cubicBezTo>
                      <a:pt x="2269" y="5483"/>
                      <a:pt x="2112" y="5325"/>
                      <a:pt x="2112" y="5105"/>
                    </a:cubicBezTo>
                    <a:lnTo>
                      <a:pt x="2112" y="3088"/>
                    </a:lnTo>
                    <a:cubicBezTo>
                      <a:pt x="2112" y="2868"/>
                      <a:pt x="2269" y="2710"/>
                      <a:pt x="2490" y="2710"/>
                    </a:cubicBezTo>
                    <a:close/>
                    <a:moveTo>
                      <a:pt x="6995" y="1828"/>
                    </a:moveTo>
                    <a:lnTo>
                      <a:pt x="6995" y="6428"/>
                    </a:lnTo>
                    <a:cubicBezTo>
                      <a:pt x="6428" y="5924"/>
                      <a:pt x="5672" y="5609"/>
                      <a:pt x="4884" y="5514"/>
                    </a:cubicBezTo>
                    <a:lnTo>
                      <a:pt x="4884" y="2710"/>
                    </a:lnTo>
                    <a:cubicBezTo>
                      <a:pt x="5672" y="2647"/>
                      <a:pt x="6428" y="2332"/>
                      <a:pt x="6995" y="1828"/>
                    </a:cubicBezTo>
                    <a:close/>
                    <a:moveTo>
                      <a:pt x="8066" y="631"/>
                    </a:moveTo>
                    <a:cubicBezTo>
                      <a:pt x="8255" y="631"/>
                      <a:pt x="8413" y="789"/>
                      <a:pt x="8413" y="978"/>
                    </a:cubicBezTo>
                    <a:lnTo>
                      <a:pt x="8413" y="7216"/>
                    </a:lnTo>
                    <a:cubicBezTo>
                      <a:pt x="8413" y="7405"/>
                      <a:pt x="8255" y="7562"/>
                      <a:pt x="8066" y="7562"/>
                    </a:cubicBezTo>
                    <a:cubicBezTo>
                      <a:pt x="7877" y="7562"/>
                      <a:pt x="7720" y="7405"/>
                      <a:pt x="7720" y="7216"/>
                    </a:cubicBezTo>
                    <a:lnTo>
                      <a:pt x="7720" y="978"/>
                    </a:lnTo>
                    <a:cubicBezTo>
                      <a:pt x="7720" y="789"/>
                      <a:pt x="7877" y="631"/>
                      <a:pt x="8066" y="631"/>
                    </a:cubicBezTo>
                    <a:close/>
                    <a:moveTo>
                      <a:pt x="3498" y="6176"/>
                    </a:moveTo>
                    <a:lnTo>
                      <a:pt x="3498" y="7909"/>
                    </a:lnTo>
                    <a:cubicBezTo>
                      <a:pt x="3498" y="8129"/>
                      <a:pt x="3340" y="8287"/>
                      <a:pt x="3151" y="8287"/>
                    </a:cubicBezTo>
                    <a:cubicBezTo>
                      <a:pt x="2962" y="8287"/>
                      <a:pt x="2805" y="8129"/>
                      <a:pt x="2805" y="7909"/>
                    </a:cubicBezTo>
                    <a:lnTo>
                      <a:pt x="2805" y="6176"/>
                    </a:lnTo>
                    <a:close/>
                    <a:moveTo>
                      <a:pt x="8035" y="1"/>
                    </a:moveTo>
                    <a:cubicBezTo>
                      <a:pt x="7531" y="1"/>
                      <a:pt x="7090" y="411"/>
                      <a:pt x="6995" y="883"/>
                    </a:cubicBezTo>
                    <a:lnTo>
                      <a:pt x="6680" y="1198"/>
                    </a:lnTo>
                    <a:cubicBezTo>
                      <a:pt x="6144" y="1734"/>
                      <a:pt x="5325" y="2049"/>
                      <a:pt x="4538" y="2049"/>
                    </a:cubicBezTo>
                    <a:lnTo>
                      <a:pt x="2427" y="2049"/>
                    </a:lnTo>
                    <a:cubicBezTo>
                      <a:pt x="2017" y="2049"/>
                      <a:pt x="1608" y="2332"/>
                      <a:pt x="1450" y="2773"/>
                    </a:cubicBezTo>
                    <a:lnTo>
                      <a:pt x="1387" y="2773"/>
                    </a:lnTo>
                    <a:cubicBezTo>
                      <a:pt x="631" y="2773"/>
                      <a:pt x="1" y="3403"/>
                      <a:pt x="1" y="4128"/>
                    </a:cubicBezTo>
                    <a:cubicBezTo>
                      <a:pt x="1" y="4884"/>
                      <a:pt x="631" y="5514"/>
                      <a:pt x="1387" y="5514"/>
                    </a:cubicBezTo>
                    <a:lnTo>
                      <a:pt x="1450" y="5514"/>
                    </a:lnTo>
                    <a:cubicBezTo>
                      <a:pt x="1576" y="5798"/>
                      <a:pt x="1797" y="6018"/>
                      <a:pt x="2080" y="6144"/>
                    </a:cubicBezTo>
                    <a:lnTo>
                      <a:pt x="2080" y="7940"/>
                    </a:lnTo>
                    <a:cubicBezTo>
                      <a:pt x="2112" y="8507"/>
                      <a:pt x="2584" y="8980"/>
                      <a:pt x="3151" y="8980"/>
                    </a:cubicBezTo>
                    <a:cubicBezTo>
                      <a:pt x="3750" y="8980"/>
                      <a:pt x="4160" y="8507"/>
                      <a:pt x="4160" y="7972"/>
                    </a:cubicBezTo>
                    <a:lnTo>
                      <a:pt x="4160" y="6239"/>
                    </a:lnTo>
                    <a:lnTo>
                      <a:pt x="4538" y="6239"/>
                    </a:lnTo>
                    <a:cubicBezTo>
                      <a:pt x="5325" y="6239"/>
                      <a:pt x="6144" y="6554"/>
                      <a:pt x="6680" y="7090"/>
                    </a:cubicBezTo>
                    <a:lnTo>
                      <a:pt x="6995" y="7405"/>
                    </a:lnTo>
                    <a:cubicBezTo>
                      <a:pt x="7090" y="7909"/>
                      <a:pt x="7531" y="8287"/>
                      <a:pt x="8035" y="8287"/>
                    </a:cubicBezTo>
                    <a:cubicBezTo>
                      <a:pt x="8633" y="8287"/>
                      <a:pt x="9043" y="7814"/>
                      <a:pt x="9043" y="7247"/>
                    </a:cubicBezTo>
                    <a:lnTo>
                      <a:pt x="9043" y="1041"/>
                    </a:lnTo>
                    <a:cubicBezTo>
                      <a:pt x="9043" y="442"/>
                      <a:pt x="8570" y="1"/>
                      <a:pt x="80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42"/>
          <p:cNvSpPr txBox="1">
            <a:spLocks noGrp="1"/>
          </p:cNvSpPr>
          <p:nvPr>
            <p:ph type="title"/>
          </p:nvPr>
        </p:nvSpPr>
        <p:spPr>
          <a:xfrm>
            <a:off x="457200" y="1011081"/>
            <a:ext cx="82296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RECOMENDACIón</a:t>
            </a:r>
            <a:endParaRPr dirty="0"/>
          </a:p>
        </p:txBody>
      </p:sp>
      <p:grpSp>
        <p:nvGrpSpPr>
          <p:cNvPr id="1520" name="Google Shape;1520;p42"/>
          <p:cNvGrpSpPr/>
          <p:nvPr/>
        </p:nvGrpSpPr>
        <p:grpSpPr>
          <a:xfrm>
            <a:off x="1305400" y="2047464"/>
            <a:ext cx="6533200" cy="708323"/>
            <a:chOff x="1308375" y="3651412"/>
            <a:chExt cx="6533200" cy="708323"/>
          </a:xfrm>
        </p:grpSpPr>
        <p:sp>
          <p:nvSpPr>
            <p:cNvPr id="1521" name="Google Shape;1521;p42"/>
            <p:cNvSpPr/>
            <p:nvPr/>
          </p:nvSpPr>
          <p:spPr>
            <a:xfrm>
              <a:off x="2900400" y="3651412"/>
              <a:ext cx="4941175" cy="708323"/>
            </a:xfrm>
            <a:custGeom>
              <a:avLst/>
              <a:gdLst/>
              <a:ahLst/>
              <a:cxnLst/>
              <a:rect l="l" t="t" r="r" b="b"/>
              <a:pathLst>
                <a:path w="154460" h="22142" extrusionOk="0">
                  <a:moveTo>
                    <a:pt x="11071" y="1"/>
                  </a:moveTo>
                  <a:cubicBezTo>
                    <a:pt x="4954" y="1"/>
                    <a:pt x="1" y="4954"/>
                    <a:pt x="1" y="11071"/>
                  </a:cubicBezTo>
                  <a:cubicBezTo>
                    <a:pt x="1" y="17188"/>
                    <a:pt x="4954" y="22141"/>
                    <a:pt x="11071" y="22141"/>
                  </a:cubicBezTo>
                  <a:lnTo>
                    <a:pt x="143389" y="22141"/>
                  </a:lnTo>
                  <a:cubicBezTo>
                    <a:pt x="149507" y="22141"/>
                    <a:pt x="154460" y="17188"/>
                    <a:pt x="154460" y="11071"/>
                  </a:cubicBezTo>
                  <a:cubicBezTo>
                    <a:pt x="154460" y="4954"/>
                    <a:pt x="149507" y="1"/>
                    <a:pt x="143389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42"/>
            <p:cNvSpPr/>
            <p:nvPr/>
          </p:nvSpPr>
          <p:spPr>
            <a:xfrm>
              <a:off x="3111829" y="3938349"/>
              <a:ext cx="154096" cy="154128"/>
            </a:xfrm>
            <a:custGeom>
              <a:avLst/>
              <a:gdLst/>
              <a:ahLst/>
              <a:cxnLst/>
              <a:rect l="l" t="t" r="r" b="b"/>
              <a:pathLst>
                <a:path w="4817" h="4818" extrusionOk="0">
                  <a:moveTo>
                    <a:pt x="2420" y="1"/>
                  </a:moveTo>
                  <a:cubicBezTo>
                    <a:pt x="1073" y="1"/>
                    <a:pt x="1" y="1074"/>
                    <a:pt x="1" y="2420"/>
                  </a:cubicBezTo>
                  <a:cubicBezTo>
                    <a:pt x="1" y="3744"/>
                    <a:pt x="1073" y="4817"/>
                    <a:pt x="2420" y="4817"/>
                  </a:cubicBezTo>
                  <a:cubicBezTo>
                    <a:pt x="3744" y="4817"/>
                    <a:pt x="4817" y="3744"/>
                    <a:pt x="4817" y="2420"/>
                  </a:cubicBezTo>
                  <a:cubicBezTo>
                    <a:pt x="4817" y="1074"/>
                    <a:pt x="3744" y="1"/>
                    <a:pt x="242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42"/>
            <p:cNvSpPr/>
            <p:nvPr/>
          </p:nvSpPr>
          <p:spPr>
            <a:xfrm>
              <a:off x="1308375" y="3651412"/>
              <a:ext cx="1380784" cy="708323"/>
            </a:xfrm>
            <a:custGeom>
              <a:avLst/>
              <a:gdLst/>
              <a:ahLst/>
              <a:cxnLst/>
              <a:rect l="l" t="t" r="r" b="b"/>
              <a:pathLst>
                <a:path w="43163" h="22142" extrusionOk="0">
                  <a:moveTo>
                    <a:pt x="11070" y="1"/>
                  </a:moveTo>
                  <a:cubicBezTo>
                    <a:pt x="4953" y="1"/>
                    <a:pt x="0" y="4954"/>
                    <a:pt x="0" y="11071"/>
                  </a:cubicBezTo>
                  <a:cubicBezTo>
                    <a:pt x="0" y="17188"/>
                    <a:pt x="4953" y="22141"/>
                    <a:pt x="11070" y="22141"/>
                  </a:cubicBezTo>
                  <a:lnTo>
                    <a:pt x="32092" y="22141"/>
                  </a:lnTo>
                  <a:cubicBezTo>
                    <a:pt x="38210" y="22141"/>
                    <a:pt x="43163" y="17188"/>
                    <a:pt x="43163" y="11071"/>
                  </a:cubicBezTo>
                  <a:cubicBezTo>
                    <a:pt x="43163" y="4954"/>
                    <a:pt x="38210" y="1"/>
                    <a:pt x="32092" y="1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2"/>
            <p:cNvSpPr/>
            <p:nvPr/>
          </p:nvSpPr>
          <p:spPr>
            <a:xfrm>
              <a:off x="1384284" y="3716413"/>
              <a:ext cx="565935" cy="565903"/>
            </a:xfrm>
            <a:custGeom>
              <a:avLst/>
              <a:gdLst/>
              <a:ahLst/>
              <a:cxnLst/>
              <a:rect l="l" t="t" r="r" b="b"/>
              <a:pathLst>
                <a:path w="17691" h="17690" extrusionOk="0">
                  <a:moveTo>
                    <a:pt x="8857" y="0"/>
                  </a:moveTo>
                  <a:cubicBezTo>
                    <a:pt x="3972" y="0"/>
                    <a:pt x="1" y="3972"/>
                    <a:pt x="1" y="8833"/>
                  </a:cubicBezTo>
                  <a:cubicBezTo>
                    <a:pt x="1" y="13718"/>
                    <a:pt x="3972" y="17690"/>
                    <a:pt x="8857" y="17690"/>
                  </a:cubicBezTo>
                  <a:cubicBezTo>
                    <a:pt x="13742" y="17690"/>
                    <a:pt x="17690" y="13718"/>
                    <a:pt x="17690" y="8833"/>
                  </a:cubicBezTo>
                  <a:cubicBezTo>
                    <a:pt x="17690" y="3972"/>
                    <a:pt x="13742" y="0"/>
                    <a:pt x="885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2"/>
            <p:cNvSpPr txBox="1"/>
            <p:nvPr/>
          </p:nvSpPr>
          <p:spPr>
            <a:xfrm>
              <a:off x="3457275" y="3781225"/>
              <a:ext cx="4034575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latin typeface="Fira Sans"/>
                  <a:ea typeface="Fira Sans"/>
                  <a:cs typeface="Fira Sans"/>
                  <a:sym typeface="Fira Sans"/>
                </a:rPr>
                <a:t>Proyectos de Inversión para afrontar el Problema de Inversión Financiero. </a:t>
              </a:r>
              <a:r>
                <a:rPr lang="en" sz="1200" b="1" dirty="0">
                  <a:latin typeface="Fira Sans"/>
                  <a:ea typeface="Fira Sans"/>
                  <a:cs typeface="Fira Sans"/>
                  <a:sym typeface="Fira Sans"/>
                </a:rPr>
                <a:t>Ver Anexo 7.</a:t>
              </a:r>
              <a:endParaRPr sz="1200" b="1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26" name="Google Shape;1526;p42"/>
            <p:cNvSpPr txBox="1"/>
            <p:nvPr/>
          </p:nvSpPr>
          <p:spPr>
            <a:xfrm>
              <a:off x="3457275" y="3837013"/>
              <a:ext cx="1267124" cy="33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1" dirty="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1527" name="Google Shape;1527;p42"/>
            <p:cNvSpPr txBox="1"/>
            <p:nvPr/>
          </p:nvSpPr>
          <p:spPr>
            <a:xfrm>
              <a:off x="1999450" y="3811092"/>
              <a:ext cx="1605650" cy="38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1528" name="Google Shape;1528;p42"/>
            <p:cNvGrpSpPr/>
            <p:nvPr/>
          </p:nvGrpSpPr>
          <p:grpSpPr>
            <a:xfrm>
              <a:off x="1495211" y="3822701"/>
              <a:ext cx="356139" cy="353357"/>
              <a:chOff x="2508825" y="2318350"/>
              <a:chExt cx="297750" cy="295400"/>
            </a:xfrm>
          </p:grpSpPr>
          <p:sp>
            <p:nvSpPr>
              <p:cNvPr id="1529" name="Google Shape;1529;p42"/>
              <p:cNvSpPr/>
              <p:nvPr/>
            </p:nvSpPr>
            <p:spPr>
              <a:xfrm>
                <a:off x="2508825" y="2318350"/>
                <a:ext cx="297750" cy="295400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1816" extrusionOk="0">
                    <a:moveTo>
                      <a:pt x="5892" y="694"/>
                    </a:moveTo>
                    <a:cubicBezTo>
                      <a:pt x="7625" y="694"/>
                      <a:pt x="9043" y="2112"/>
                      <a:pt x="9043" y="3845"/>
                    </a:cubicBezTo>
                    <a:cubicBezTo>
                      <a:pt x="9043" y="5483"/>
                      <a:pt x="7751" y="6838"/>
                      <a:pt x="6081" y="6932"/>
                    </a:cubicBezTo>
                    <a:cubicBezTo>
                      <a:pt x="6018" y="6932"/>
                      <a:pt x="5987" y="6901"/>
                      <a:pt x="5924" y="6869"/>
                    </a:cubicBezTo>
                    <a:lnTo>
                      <a:pt x="5766" y="6711"/>
                    </a:lnTo>
                    <a:cubicBezTo>
                      <a:pt x="5297" y="6298"/>
                      <a:pt x="4683" y="6101"/>
                      <a:pt x="4072" y="6101"/>
                    </a:cubicBezTo>
                    <a:cubicBezTo>
                      <a:pt x="3985" y="6101"/>
                      <a:pt x="3899" y="6105"/>
                      <a:pt x="3813" y="6113"/>
                    </a:cubicBezTo>
                    <a:cubicBezTo>
                      <a:pt x="3151" y="5577"/>
                      <a:pt x="2773" y="4727"/>
                      <a:pt x="2773" y="3845"/>
                    </a:cubicBezTo>
                    <a:cubicBezTo>
                      <a:pt x="2773" y="2112"/>
                      <a:pt x="4191" y="694"/>
                      <a:pt x="5892" y="694"/>
                    </a:cubicBezTo>
                    <a:close/>
                    <a:moveTo>
                      <a:pt x="4171" y="6822"/>
                    </a:moveTo>
                    <a:cubicBezTo>
                      <a:pt x="4577" y="6822"/>
                      <a:pt x="4979" y="6964"/>
                      <a:pt x="5294" y="7247"/>
                    </a:cubicBezTo>
                    <a:cubicBezTo>
                      <a:pt x="5420" y="7373"/>
                      <a:pt x="5735" y="7657"/>
                      <a:pt x="5892" y="7657"/>
                    </a:cubicBezTo>
                    <a:lnTo>
                      <a:pt x="7972" y="7657"/>
                    </a:lnTo>
                    <a:cubicBezTo>
                      <a:pt x="8192" y="7657"/>
                      <a:pt x="8350" y="7814"/>
                      <a:pt x="8350" y="8003"/>
                    </a:cubicBezTo>
                    <a:cubicBezTo>
                      <a:pt x="8350" y="8192"/>
                      <a:pt x="8192" y="8350"/>
                      <a:pt x="7972" y="8350"/>
                    </a:cubicBezTo>
                    <a:lnTo>
                      <a:pt x="5514" y="8350"/>
                    </a:lnTo>
                    <a:cubicBezTo>
                      <a:pt x="5294" y="8350"/>
                      <a:pt x="5136" y="8507"/>
                      <a:pt x="5136" y="8728"/>
                    </a:cubicBezTo>
                    <a:cubicBezTo>
                      <a:pt x="5136" y="8917"/>
                      <a:pt x="5294" y="9074"/>
                      <a:pt x="5514" y="9074"/>
                    </a:cubicBezTo>
                    <a:lnTo>
                      <a:pt x="8224" y="9074"/>
                    </a:lnTo>
                    <a:cubicBezTo>
                      <a:pt x="8507" y="9074"/>
                      <a:pt x="8759" y="8948"/>
                      <a:pt x="8980" y="8759"/>
                    </a:cubicBezTo>
                    <a:lnTo>
                      <a:pt x="10492" y="7090"/>
                    </a:lnTo>
                    <a:cubicBezTo>
                      <a:pt x="10568" y="7033"/>
                      <a:pt x="10666" y="6987"/>
                      <a:pt x="10766" y="6987"/>
                    </a:cubicBezTo>
                    <a:cubicBezTo>
                      <a:pt x="10833" y="6987"/>
                      <a:pt x="10902" y="7008"/>
                      <a:pt x="10965" y="7058"/>
                    </a:cubicBezTo>
                    <a:cubicBezTo>
                      <a:pt x="11122" y="7184"/>
                      <a:pt x="11185" y="7373"/>
                      <a:pt x="11059" y="7531"/>
                    </a:cubicBezTo>
                    <a:lnTo>
                      <a:pt x="9389" y="9767"/>
                    </a:lnTo>
                    <a:cubicBezTo>
                      <a:pt x="9074" y="10209"/>
                      <a:pt x="8570" y="10492"/>
                      <a:pt x="8035" y="10492"/>
                    </a:cubicBezTo>
                    <a:lnTo>
                      <a:pt x="2773" y="10492"/>
                    </a:lnTo>
                    <a:lnTo>
                      <a:pt x="2773" y="7468"/>
                    </a:lnTo>
                    <a:lnTo>
                      <a:pt x="3025" y="7247"/>
                    </a:lnTo>
                    <a:cubicBezTo>
                      <a:pt x="3356" y="6964"/>
                      <a:pt x="3766" y="6822"/>
                      <a:pt x="4171" y="6822"/>
                    </a:cubicBezTo>
                    <a:close/>
                    <a:moveTo>
                      <a:pt x="1734" y="6932"/>
                    </a:moveTo>
                    <a:cubicBezTo>
                      <a:pt x="1923" y="6932"/>
                      <a:pt x="2080" y="7090"/>
                      <a:pt x="2080" y="7310"/>
                    </a:cubicBezTo>
                    <a:lnTo>
                      <a:pt x="2080" y="10807"/>
                    </a:lnTo>
                    <a:cubicBezTo>
                      <a:pt x="2080" y="10996"/>
                      <a:pt x="1923" y="11154"/>
                      <a:pt x="1734" y="11154"/>
                    </a:cubicBezTo>
                    <a:lnTo>
                      <a:pt x="662" y="11154"/>
                    </a:lnTo>
                    <a:lnTo>
                      <a:pt x="662" y="6932"/>
                    </a:lnTo>
                    <a:close/>
                    <a:moveTo>
                      <a:pt x="5924" y="1"/>
                    </a:moveTo>
                    <a:cubicBezTo>
                      <a:pt x="3844" y="1"/>
                      <a:pt x="2112" y="1734"/>
                      <a:pt x="2112" y="3845"/>
                    </a:cubicBezTo>
                    <a:cubicBezTo>
                      <a:pt x="2112" y="4790"/>
                      <a:pt x="2458" y="5672"/>
                      <a:pt x="3088" y="6396"/>
                    </a:cubicBezTo>
                    <a:cubicBezTo>
                      <a:pt x="2931" y="6459"/>
                      <a:pt x="2773" y="6585"/>
                      <a:pt x="2616" y="6711"/>
                    </a:cubicBezTo>
                    <a:cubicBezTo>
                      <a:pt x="2427" y="6428"/>
                      <a:pt x="2112" y="6270"/>
                      <a:pt x="1765" y="6270"/>
                    </a:cubicBezTo>
                    <a:lnTo>
                      <a:pt x="347" y="6270"/>
                    </a:lnTo>
                    <a:cubicBezTo>
                      <a:pt x="158" y="6270"/>
                      <a:pt x="1" y="6428"/>
                      <a:pt x="1" y="6585"/>
                    </a:cubicBezTo>
                    <a:lnTo>
                      <a:pt x="1" y="11469"/>
                    </a:lnTo>
                    <a:cubicBezTo>
                      <a:pt x="1" y="11658"/>
                      <a:pt x="158" y="11815"/>
                      <a:pt x="347" y="11815"/>
                    </a:cubicBezTo>
                    <a:lnTo>
                      <a:pt x="1765" y="11815"/>
                    </a:lnTo>
                    <a:cubicBezTo>
                      <a:pt x="2238" y="11815"/>
                      <a:pt x="2584" y="11563"/>
                      <a:pt x="2742" y="11122"/>
                    </a:cubicBezTo>
                    <a:lnTo>
                      <a:pt x="8035" y="11122"/>
                    </a:lnTo>
                    <a:cubicBezTo>
                      <a:pt x="8759" y="11122"/>
                      <a:pt x="9515" y="10776"/>
                      <a:pt x="9956" y="10146"/>
                    </a:cubicBezTo>
                    <a:lnTo>
                      <a:pt x="11595" y="7877"/>
                    </a:lnTo>
                    <a:cubicBezTo>
                      <a:pt x="11910" y="7468"/>
                      <a:pt x="11878" y="6838"/>
                      <a:pt x="11437" y="6459"/>
                    </a:cubicBezTo>
                    <a:cubicBezTo>
                      <a:pt x="11249" y="6301"/>
                      <a:pt x="11015" y="6221"/>
                      <a:pt x="10780" y="6221"/>
                    </a:cubicBezTo>
                    <a:cubicBezTo>
                      <a:pt x="10503" y="6221"/>
                      <a:pt x="10224" y="6332"/>
                      <a:pt x="10019" y="6554"/>
                    </a:cubicBezTo>
                    <a:lnTo>
                      <a:pt x="9011" y="7657"/>
                    </a:lnTo>
                    <a:cubicBezTo>
                      <a:pt x="8885" y="7247"/>
                      <a:pt x="8539" y="6932"/>
                      <a:pt x="8098" y="6932"/>
                    </a:cubicBezTo>
                    <a:cubicBezTo>
                      <a:pt x="8287" y="6838"/>
                      <a:pt x="8444" y="6680"/>
                      <a:pt x="8602" y="6522"/>
                    </a:cubicBezTo>
                    <a:cubicBezTo>
                      <a:pt x="9358" y="5798"/>
                      <a:pt x="9767" y="4821"/>
                      <a:pt x="9767" y="3845"/>
                    </a:cubicBezTo>
                    <a:cubicBezTo>
                      <a:pt x="9767" y="1734"/>
                      <a:pt x="8035" y="1"/>
                      <a:pt x="592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42"/>
              <p:cNvSpPr/>
              <p:nvPr/>
            </p:nvSpPr>
            <p:spPr>
              <a:xfrm>
                <a:off x="2629350" y="2353025"/>
                <a:ext cx="54350" cy="121300"/>
              </a:xfrm>
              <a:custGeom>
                <a:avLst/>
                <a:gdLst/>
                <a:ahLst/>
                <a:cxnLst/>
                <a:rect l="l" t="t" r="r" b="b"/>
                <a:pathLst>
                  <a:path w="2174" h="4852" extrusionOk="0">
                    <a:moveTo>
                      <a:pt x="1071" y="0"/>
                    </a:moveTo>
                    <a:cubicBezTo>
                      <a:pt x="882" y="0"/>
                      <a:pt x="725" y="158"/>
                      <a:pt x="725" y="347"/>
                    </a:cubicBezTo>
                    <a:lnTo>
                      <a:pt x="725" y="756"/>
                    </a:lnTo>
                    <a:cubicBezTo>
                      <a:pt x="315" y="914"/>
                      <a:pt x="63" y="1292"/>
                      <a:pt x="63" y="1733"/>
                    </a:cubicBezTo>
                    <a:cubicBezTo>
                      <a:pt x="0" y="2332"/>
                      <a:pt x="473" y="2804"/>
                      <a:pt x="1071" y="2804"/>
                    </a:cubicBezTo>
                    <a:cubicBezTo>
                      <a:pt x="1260" y="2804"/>
                      <a:pt x="1418" y="2962"/>
                      <a:pt x="1418" y="3151"/>
                    </a:cubicBezTo>
                    <a:cubicBezTo>
                      <a:pt x="1418" y="3308"/>
                      <a:pt x="1355" y="3434"/>
                      <a:pt x="1229" y="3466"/>
                    </a:cubicBezTo>
                    <a:cubicBezTo>
                      <a:pt x="1185" y="3492"/>
                      <a:pt x="1140" y="3503"/>
                      <a:pt x="1093" y="3503"/>
                    </a:cubicBezTo>
                    <a:cubicBezTo>
                      <a:pt x="970" y="3503"/>
                      <a:pt x="839" y="3422"/>
                      <a:pt x="725" y="3308"/>
                    </a:cubicBezTo>
                    <a:cubicBezTo>
                      <a:pt x="662" y="3245"/>
                      <a:pt x="575" y="3214"/>
                      <a:pt x="488" y="3214"/>
                    </a:cubicBezTo>
                    <a:cubicBezTo>
                      <a:pt x="402" y="3214"/>
                      <a:pt x="315" y="3245"/>
                      <a:pt x="252" y="3308"/>
                    </a:cubicBezTo>
                    <a:cubicBezTo>
                      <a:pt x="126" y="3434"/>
                      <a:pt x="126" y="3655"/>
                      <a:pt x="252" y="3781"/>
                    </a:cubicBezTo>
                    <a:cubicBezTo>
                      <a:pt x="410" y="3938"/>
                      <a:pt x="567" y="4064"/>
                      <a:pt x="756" y="4096"/>
                    </a:cubicBezTo>
                    <a:lnTo>
                      <a:pt x="756" y="4505"/>
                    </a:lnTo>
                    <a:cubicBezTo>
                      <a:pt x="756" y="4694"/>
                      <a:pt x="914" y="4852"/>
                      <a:pt x="1103" y="4852"/>
                    </a:cubicBezTo>
                    <a:cubicBezTo>
                      <a:pt x="1323" y="4852"/>
                      <a:pt x="1481" y="4694"/>
                      <a:pt x="1481" y="4505"/>
                    </a:cubicBezTo>
                    <a:lnTo>
                      <a:pt x="1481" y="4096"/>
                    </a:lnTo>
                    <a:cubicBezTo>
                      <a:pt x="1481" y="4096"/>
                      <a:pt x="1512" y="4096"/>
                      <a:pt x="1512" y="4064"/>
                    </a:cubicBezTo>
                    <a:cubicBezTo>
                      <a:pt x="1890" y="3907"/>
                      <a:pt x="2142" y="3497"/>
                      <a:pt x="2142" y="3119"/>
                    </a:cubicBezTo>
                    <a:cubicBezTo>
                      <a:pt x="2142" y="2521"/>
                      <a:pt x="1670" y="2079"/>
                      <a:pt x="1103" y="2079"/>
                    </a:cubicBezTo>
                    <a:cubicBezTo>
                      <a:pt x="914" y="2079"/>
                      <a:pt x="756" y="1922"/>
                      <a:pt x="756" y="1733"/>
                    </a:cubicBezTo>
                    <a:cubicBezTo>
                      <a:pt x="756" y="1575"/>
                      <a:pt x="851" y="1449"/>
                      <a:pt x="1008" y="1418"/>
                    </a:cubicBezTo>
                    <a:cubicBezTo>
                      <a:pt x="1047" y="1405"/>
                      <a:pt x="1085" y="1399"/>
                      <a:pt x="1124" y="1399"/>
                    </a:cubicBezTo>
                    <a:cubicBezTo>
                      <a:pt x="1273" y="1399"/>
                      <a:pt x="1418" y="1494"/>
                      <a:pt x="1544" y="1670"/>
                    </a:cubicBezTo>
                    <a:cubicBezTo>
                      <a:pt x="1610" y="1753"/>
                      <a:pt x="1703" y="1792"/>
                      <a:pt x="1795" y="1792"/>
                    </a:cubicBezTo>
                    <a:cubicBezTo>
                      <a:pt x="1876" y="1792"/>
                      <a:pt x="1957" y="1761"/>
                      <a:pt x="2016" y="1701"/>
                    </a:cubicBezTo>
                    <a:cubicBezTo>
                      <a:pt x="2174" y="1575"/>
                      <a:pt x="2174" y="1323"/>
                      <a:pt x="2048" y="1229"/>
                    </a:cubicBezTo>
                    <a:cubicBezTo>
                      <a:pt x="1859" y="977"/>
                      <a:pt x="1670" y="819"/>
                      <a:pt x="1418" y="756"/>
                    </a:cubicBezTo>
                    <a:lnTo>
                      <a:pt x="1418" y="347"/>
                    </a:lnTo>
                    <a:cubicBezTo>
                      <a:pt x="1418" y="158"/>
                      <a:pt x="1260" y="0"/>
                      <a:pt x="10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36990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D5E8EA0A-09C2-7C1E-806F-D9F8CABC1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419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A538914-6D2B-F864-C007-9AF7F5B7A4C9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III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87420D6-A767-9060-F6A2-FE9EA550A31E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Análisis Estratégico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3C915DC-510E-E918-1049-FCF8D2926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617" y="1082094"/>
            <a:ext cx="5648766" cy="2347098"/>
          </a:xfrm>
          <a:prstGeom prst="rect">
            <a:avLst/>
          </a:prstGeom>
        </p:spPr>
      </p:pic>
      <p:grpSp>
        <p:nvGrpSpPr>
          <p:cNvPr id="68" name="Google Shape;674;p28">
            <a:extLst>
              <a:ext uri="{FF2B5EF4-FFF2-40B4-BE49-F238E27FC236}">
                <a16:creationId xmlns:a16="http://schemas.microsoft.com/office/drawing/2014/main" id="{8C71B817-1363-7C89-6ACD-47FA27FD406C}"/>
              </a:ext>
            </a:extLst>
          </p:cNvPr>
          <p:cNvGrpSpPr/>
          <p:nvPr/>
        </p:nvGrpSpPr>
        <p:grpSpPr>
          <a:xfrm>
            <a:off x="3156295" y="3552262"/>
            <a:ext cx="1450320" cy="1355018"/>
            <a:chOff x="1783632" y="1139775"/>
            <a:chExt cx="3352096" cy="3353864"/>
          </a:xfrm>
        </p:grpSpPr>
        <p:sp>
          <p:nvSpPr>
            <p:cNvPr id="69" name="Google Shape;675;p28">
              <a:extLst>
                <a:ext uri="{FF2B5EF4-FFF2-40B4-BE49-F238E27FC236}">
                  <a16:creationId xmlns:a16="http://schemas.microsoft.com/office/drawing/2014/main" id="{DCE85DC5-155F-F37D-6975-C4218A9D214A}"/>
                </a:ext>
              </a:extLst>
            </p:cNvPr>
            <p:cNvSpPr/>
            <p:nvPr/>
          </p:nvSpPr>
          <p:spPr>
            <a:xfrm flipH="1">
              <a:off x="2750133" y="2926031"/>
              <a:ext cx="1417414" cy="1567608"/>
            </a:xfrm>
            <a:custGeom>
              <a:avLst/>
              <a:gdLst/>
              <a:ahLst/>
              <a:cxnLst/>
              <a:rect l="l" t="t" r="r" b="b"/>
              <a:pathLst>
                <a:path w="25320" h="28003" extrusionOk="0">
                  <a:moveTo>
                    <a:pt x="12656" y="1"/>
                  </a:moveTo>
                  <a:cubicBezTo>
                    <a:pt x="12272" y="1"/>
                    <a:pt x="11885" y="145"/>
                    <a:pt x="11581" y="434"/>
                  </a:cubicBezTo>
                  <a:lnTo>
                    <a:pt x="456" y="11589"/>
                  </a:lnTo>
                  <a:cubicBezTo>
                    <a:pt x="152" y="11863"/>
                    <a:pt x="0" y="12258"/>
                    <a:pt x="0" y="12653"/>
                  </a:cubicBezTo>
                  <a:lnTo>
                    <a:pt x="0" y="26483"/>
                  </a:lnTo>
                  <a:cubicBezTo>
                    <a:pt x="0" y="27304"/>
                    <a:pt x="669" y="28003"/>
                    <a:pt x="1520" y="28003"/>
                  </a:cubicBezTo>
                  <a:lnTo>
                    <a:pt x="23800" y="28003"/>
                  </a:lnTo>
                  <a:cubicBezTo>
                    <a:pt x="24621" y="28003"/>
                    <a:pt x="25320" y="27304"/>
                    <a:pt x="25320" y="26483"/>
                  </a:cubicBezTo>
                  <a:lnTo>
                    <a:pt x="25320" y="12653"/>
                  </a:lnTo>
                  <a:cubicBezTo>
                    <a:pt x="25320" y="12258"/>
                    <a:pt x="25137" y="11863"/>
                    <a:pt x="24864" y="11589"/>
                  </a:cubicBezTo>
                  <a:lnTo>
                    <a:pt x="13709" y="434"/>
                  </a:lnTo>
                  <a:cubicBezTo>
                    <a:pt x="13420" y="145"/>
                    <a:pt x="13040" y="1"/>
                    <a:pt x="126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676;p28">
              <a:extLst>
                <a:ext uri="{FF2B5EF4-FFF2-40B4-BE49-F238E27FC236}">
                  <a16:creationId xmlns:a16="http://schemas.microsoft.com/office/drawing/2014/main" id="{2811920D-C280-2FF9-F03D-FF6925230A68}"/>
                </a:ext>
              </a:extLst>
            </p:cNvPr>
            <p:cNvSpPr/>
            <p:nvPr/>
          </p:nvSpPr>
          <p:spPr>
            <a:xfrm flipH="1">
              <a:off x="2750133" y="1139775"/>
              <a:ext cx="1417414" cy="1567608"/>
            </a:xfrm>
            <a:custGeom>
              <a:avLst/>
              <a:gdLst/>
              <a:ahLst/>
              <a:cxnLst/>
              <a:rect l="l" t="t" r="r" b="b"/>
              <a:pathLst>
                <a:path w="25320" h="28003" extrusionOk="0">
                  <a:moveTo>
                    <a:pt x="1520" y="1"/>
                  </a:moveTo>
                  <a:cubicBezTo>
                    <a:pt x="669" y="1"/>
                    <a:pt x="0" y="700"/>
                    <a:pt x="0" y="1521"/>
                  </a:cubicBezTo>
                  <a:lnTo>
                    <a:pt x="0" y="15351"/>
                  </a:lnTo>
                  <a:cubicBezTo>
                    <a:pt x="0" y="15776"/>
                    <a:pt x="152" y="16141"/>
                    <a:pt x="456" y="16415"/>
                  </a:cubicBezTo>
                  <a:lnTo>
                    <a:pt x="11581" y="27570"/>
                  </a:lnTo>
                  <a:cubicBezTo>
                    <a:pt x="11885" y="27859"/>
                    <a:pt x="12272" y="28003"/>
                    <a:pt x="12656" y="28003"/>
                  </a:cubicBezTo>
                  <a:cubicBezTo>
                    <a:pt x="13040" y="28003"/>
                    <a:pt x="13420" y="27859"/>
                    <a:pt x="13709" y="27570"/>
                  </a:cubicBezTo>
                  <a:lnTo>
                    <a:pt x="24864" y="16415"/>
                  </a:lnTo>
                  <a:cubicBezTo>
                    <a:pt x="25137" y="16141"/>
                    <a:pt x="25320" y="15776"/>
                    <a:pt x="25320" y="15351"/>
                  </a:cubicBezTo>
                  <a:lnTo>
                    <a:pt x="25320" y="1521"/>
                  </a:lnTo>
                  <a:cubicBezTo>
                    <a:pt x="25320" y="700"/>
                    <a:pt x="24621" y="1"/>
                    <a:pt x="238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677;p28">
              <a:extLst>
                <a:ext uri="{FF2B5EF4-FFF2-40B4-BE49-F238E27FC236}">
                  <a16:creationId xmlns:a16="http://schemas.microsoft.com/office/drawing/2014/main" id="{9976DBAA-5598-A075-C483-8C271BF158B6}"/>
                </a:ext>
              </a:extLst>
            </p:cNvPr>
            <p:cNvSpPr/>
            <p:nvPr/>
          </p:nvSpPr>
          <p:spPr>
            <a:xfrm flipH="1">
              <a:off x="3560059" y="2108030"/>
              <a:ext cx="1575669" cy="1417414"/>
            </a:xfrm>
            <a:custGeom>
              <a:avLst/>
              <a:gdLst/>
              <a:ahLst/>
              <a:cxnLst/>
              <a:rect l="l" t="t" r="r" b="b"/>
              <a:pathLst>
                <a:path w="28147" h="25320" extrusionOk="0">
                  <a:moveTo>
                    <a:pt x="1520" y="0"/>
                  </a:moveTo>
                  <a:cubicBezTo>
                    <a:pt x="699" y="0"/>
                    <a:pt x="0" y="699"/>
                    <a:pt x="0" y="1520"/>
                  </a:cubicBezTo>
                  <a:lnTo>
                    <a:pt x="0" y="23800"/>
                  </a:lnTo>
                  <a:cubicBezTo>
                    <a:pt x="0" y="24620"/>
                    <a:pt x="699" y="25320"/>
                    <a:pt x="1520" y="25320"/>
                  </a:cubicBezTo>
                  <a:lnTo>
                    <a:pt x="15350" y="25320"/>
                  </a:lnTo>
                  <a:cubicBezTo>
                    <a:pt x="15745" y="25320"/>
                    <a:pt x="16140" y="25168"/>
                    <a:pt x="16414" y="24864"/>
                  </a:cubicBezTo>
                  <a:lnTo>
                    <a:pt x="27569" y="13739"/>
                  </a:lnTo>
                  <a:cubicBezTo>
                    <a:pt x="28146" y="13131"/>
                    <a:pt x="28146" y="12189"/>
                    <a:pt x="27569" y="11581"/>
                  </a:cubicBezTo>
                  <a:lnTo>
                    <a:pt x="16414" y="456"/>
                  </a:lnTo>
                  <a:cubicBezTo>
                    <a:pt x="16140" y="182"/>
                    <a:pt x="15745" y="0"/>
                    <a:pt x="153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678;p28">
              <a:extLst>
                <a:ext uri="{FF2B5EF4-FFF2-40B4-BE49-F238E27FC236}">
                  <a16:creationId xmlns:a16="http://schemas.microsoft.com/office/drawing/2014/main" id="{27756080-F030-F04F-D385-83AEA2390834}"/>
                </a:ext>
              </a:extLst>
            </p:cNvPr>
            <p:cNvSpPr/>
            <p:nvPr/>
          </p:nvSpPr>
          <p:spPr>
            <a:xfrm flipH="1">
              <a:off x="1783632" y="2108030"/>
              <a:ext cx="1573990" cy="1417414"/>
            </a:xfrm>
            <a:custGeom>
              <a:avLst/>
              <a:gdLst/>
              <a:ahLst/>
              <a:cxnLst/>
              <a:rect l="l" t="t" r="r" b="b"/>
              <a:pathLst>
                <a:path w="28117" h="25320" extrusionOk="0">
                  <a:moveTo>
                    <a:pt x="12797" y="0"/>
                  </a:moveTo>
                  <a:cubicBezTo>
                    <a:pt x="12372" y="0"/>
                    <a:pt x="12007" y="182"/>
                    <a:pt x="11703" y="456"/>
                  </a:cubicBezTo>
                  <a:lnTo>
                    <a:pt x="578" y="11581"/>
                  </a:lnTo>
                  <a:cubicBezTo>
                    <a:pt x="1" y="12189"/>
                    <a:pt x="1" y="13131"/>
                    <a:pt x="578" y="13739"/>
                  </a:cubicBezTo>
                  <a:lnTo>
                    <a:pt x="11703" y="24864"/>
                  </a:lnTo>
                  <a:cubicBezTo>
                    <a:pt x="12007" y="25168"/>
                    <a:pt x="12372" y="25320"/>
                    <a:pt x="12797" y="25320"/>
                  </a:cubicBezTo>
                  <a:lnTo>
                    <a:pt x="26627" y="25320"/>
                  </a:lnTo>
                  <a:cubicBezTo>
                    <a:pt x="27448" y="25320"/>
                    <a:pt x="28117" y="24620"/>
                    <a:pt x="28117" y="23800"/>
                  </a:cubicBezTo>
                  <a:lnTo>
                    <a:pt x="28117" y="1520"/>
                  </a:lnTo>
                  <a:cubicBezTo>
                    <a:pt x="28117" y="699"/>
                    <a:pt x="27448" y="0"/>
                    <a:pt x="266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79;p28">
              <a:extLst>
                <a:ext uri="{FF2B5EF4-FFF2-40B4-BE49-F238E27FC236}">
                  <a16:creationId xmlns:a16="http://schemas.microsoft.com/office/drawing/2014/main" id="{CBFE8EE2-5622-0F96-2C32-0CE5BDA7AFF8}"/>
                </a:ext>
              </a:extLst>
            </p:cNvPr>
            <p:cNvSpPr/>
            <p:nvPr/>
          </p:nvSpPr>
          <p:spPr>
            <a:xfrm flipH="1">
              <a:off x="3889827" y="2550732"/>
              <a:ext cx="518418" cy="520292"/>
            </a:xfrm>
            <a:custGeom>
              <a:avLst/>
              <a:gdLst/>
              <a:ahLst/>
              <a:cxnLst/>
              <a:rect l="l" t="t" r="r" b="b"/>
              <a:pathLst>
                <a:path w="8299" h="8329" extrusionOk="0">
                  <a:moveTo>
                    <a:pt x="4135" y="0"/>
                  </a:moveTo>
                  <a:cubicBezTo>
                    <a:pt x="1855" y="0"/>
                    <a:pt x="1" y="1885"/>
                    <a:pt x="1" y="4164"/>
                  </a:cubicBezTo>
                  <a:cubicBezTo>
                    <a:pt x="1" y="6474"/>
                    <a:pt x="1855" y="8329"/>
                    <a:pt x="4135" y="8329"/>
                  </a:cubicBezTo>
                  <a:cubicBezTo>
                    <a:pt x="6445" y="8329"/>
                    <a:pt x="8299" y="6474"/>
                    <a:pt x="8299" y="4164"/>
                  </a:cubicBezTo>
                  <a:cubicBezTo>
                    <a:pt x="8299" y="1885"/>
                    <a:pt x="6445" y="0"/>
                    <a:pt x="4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80;p28">
              <a:extLst>
                <a:ext uri="{FF2B5EF4-FFF2-40B4-BE49-F238E27FC236}">
                  <a16:creationId xmlns:a16="http://schemas.microsoft.com/office/drawing/2014/main" id="{E80AE2B6-858D-233E-3941-6979C087A350}"/>
                </a:ext>
              </a:extLst>
            </p:cNvPr>
            <p:cNvSpPr/>
            <p:nvPr/>
          </p:nvSpPr>
          <p:spPr>
            <a:xfrm flipH="1">
              <a:off x="3202422" y="3220967"/>
              <a:ext cx="518418" cy="520354"/>
            </a:xfrm>
            <a:custGeom>
              <a:avLst/>
              <a:gdLst/>
              <a:ahLst/>
              <a:cxnLst/>
              <a:rect l="l" t="t" r="r" b="b"/>
              <a:pathLst>
                <a:path w="8299" h="8330" extrusionOk="0">
                  <a:moveTo>
                    <a:pt x="4164" y="1"/>
                  </a:moveTo>
                  <a:cubicBezTo>
                    <a:pt x="1854" y="1"/>
                    <a:pt x="0" y="1885"/>
                    <a:pt x="0" y="4165"/>
                  </a:cubicBezTo>
                  <a:cubicBezTo>
                    <a:pt x="0" y="6475"/>
                    <a:pt x="1854" y="8329"/>
                    <a:pt x="4164" y="8329"/>
                  </a:cubicBezTo>
                  <a:cubicBezTo>
                    <a:pt x="6444" y="8329"/>
                    <a:pt x="8298" y="6475"/>
                    <a:pt x="8298" y="4165"/>
                  </a:cubicBezTo>
                  <a:cubicBezTo>
                    <a:pt x="8298" y="1885"/>
                    <a:pt x="6444" y="1"/>
                    <a:pt x="416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81;p28">
              <a:extLst>
                <a:ext uri="{FF2B5EF4-FFF2-40B4-BE49-F238E27FC236}">
                  <a16:creationId xmlns:a16="http://schemas.microsoft.com/office/drawing/2014/main" id="{CAACBE64-C5B3-FC63-7D80-97524B8438E5}"/>
                </a:ext>
              </a:extLst>
            </p:cNvPr>
            <p:cNvSpPr/>
            <p:nvPr/>
          </p:nvSpPr>
          <p:spPr>
            <a:xfrm flipH="1">
              <a:off x="2526449" y="2550732"/>
              <a:ext cx="518418" cy="520292"/>
            </a:xfrm>
            <a:custGeom>
              <a:avLst/>
              <a:gdLst/>
              <a:ahLst/>
              <a:cxnLst/>
              <a:rect l="l" t="t" r="r" b="b"/>
              <a:pathLst>
                <a:path w="8299" h="8329" extrusionOk="0">
                  <a:moveTo>
                    <a:pt x="4134" y="0"/>
                  </a:moveTo>
                  <a:cubicBezTo>
                    <a:pt x="1854" y="0"/>
                    <a:pt x="0" y="1885"/>
                    <a:pt x="0" y="4164"/>
                  </a:cubicBezTo>
                  <a:cubicBezTo>
                    <a:pt x="0" y="6474"/>
                    <a:pt x="1854" y="8329"/>
                    <a:pt x="4134" y="8329"/>
                  </a:cubicBezTo>
                  <a:cubicBezTo>
                    <a:pt x="6444" y="8329"/>
                    <a:pt x="8298" y="6474"/>
                    <a:pt x="8298" y="4164"/>
                  </a:cubicBezTo>
                  <a:cubicBezTo>
                    <a:pt x="8298" y="1885"/>
                    <a:pt x="6444" y="0"/>
                    <a:pt x="41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682;p28">
              <a:extLst>
                <a:ext uri="{FF2B5EF4-FFF2-40B4-BE49-F238E27FC236}">
                  <a16:creationId xmlns:a16="http://schemas.microsoft.com/office/drawing/2014/main" id="{F9F628D7-7E19-1BBC-3217-145D38E84EC2}"/>
                </a:ext>
              </a:extLst>
            </p:cNvPr>
            <p:cNvSpPr/>
            <p:nvPr/>
          </p:nvSpPr>
          <p:spPr>
            <a:xfrm flipH="1">
              <a:off x="3198611" y="1878561"/>
              <a:ext cx="518480" cy="518418"/>
            </a:xfrm>
            <a:custGeom>
              <a:avLst/>
              <a:gdLst/>
              <a:ahLst/>
              <a:cxnLst/>
              <a:rect l="l" t="t" r="r" b="b"/>
              <a:pathLst>
                <a:path w="8300" h="8299" extrusionOk="0">
                  <a:moveTo>
                    <a:pt x="4135" y="0"/>
                  </a:moveTo>
                  <a:cubicBezTo>
                    <a:pt x="1855" y="0"/>
                    <a:pt x="1" y="1854"/>
                    <a:pt x="1" y="4134"/>
                  </a:cubicBezTo>
                  <a:cubicBezTo>
                    <a:pt x="1" y="6444"/>
                    <a:pt x="1855" y="8298"/>
                    <a:pt x="4135" y="8298"/>
                  </a:cubicBezTo>
                  <a:cubicBezTo>
                    <a:pt x="6445" y="8298"/>
                    <a:pt x="8299" y="6444"/>
                    <a:pt x="8299" y="4134"/>
                  </a:cubicBezTo>
                  <a:cubicBezTo>
                    <a:pt x="8299" y="1854"/>
                    <a:pt x="6445" y="0"/>
                    <a:pt x="41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685;p28">
            <a:extLst>
              <a:ext uri="{FF2B5EF4-FFF2-40B4-BE49-F238E27FC236}">
                <a16:creationId xmlns:a16="http://schemas.microsoft.com/office/drawing/2014/main" id="{B08C82B6-C261-B3DB-A12D-EB49968633F6}"/>
              </a:ext>
            </a:extLst>
          </p:cNvPr>
          <p:cNvSpPr txBox="1"/>
          <p:nvPr/>
        </p:nvSpPr>
        <p:spPr>
          <a:xfrm>
            <a:off x="3311771" y="4306351"/>
            <a:ext cx="26559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Inimitable</a:t>
            </a:r>
            <a:endParaRPr sz="1800" b="1" dirty="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2" name="Google Shape;688;p28">
            <a:extLst>
              <a:ext uri="{FF2B5EF4-FFF2-40B4-BE49-F238E27FC236}">
                <a16:creationId xmlns:a16="http://schemas.microsoft.com/office/drawing/2014/main" id="{1B9777AE-695E-01F3-A596-395FA653C42F}"/>
              </a:ext>
            </a:extLst>
          </p:cNvPr>
          <p:cNvSpPr txBox="1"/>
          <p:nvPr/>
        </p:nvSpPr>
        <p:spPr>
          <a:xfrm>
            <a:off x="3278665" y="4599792"/>
            <a:ext cx="26559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Organización</a:t>
            </a:r>
            <a:endParaRPr sz="1800" b="1" dirty="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5" name="Google Shape;691;p28">
            <a:extLst>
              <a:ext uri="{FF2B5EF4-FFF2-40B4-BE49-F238E27FC236}">
                <a16:creationId xmlns:a16="http://schemas.microsoft.com/office/drawing/2014/main" id="{697F7FE4-0A3B-5DED-2B92-0866F8B4093C}"/>
              </a:ext>
            </a:extLst>
          </p:cNvPr>
          <p:cNvSpPr txBox="1"/>
          <p:nvPr/>
        </p:nvSpPr>
        <p:spPr>
          <a:xfrm>
            <a:off x="3278665" y="3958220"/>
            <a:ext cx="26559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Rareza</a:t>
            </a:r>
            <a:endParaRPr sz="1800" b="1" dirty="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8" name="Google Shape;694;p28">
            <a:extLst>
              <a:ext uri="{FF2B5EF4-FFF2-40B4-BE49-F238E27FC236}">
                <a16:creationId xmlns:a16="http://schemas.microsoft.com/office/drawing/2014/main" id="{0CC917EE-6EF7-98A2-3331-4DD946996578}"/>
              </a:ext>
            </a:extLst>
          </p:cNvPr>
          <p:cNvSpPr txBox="1"/>
          <p:nvPr/>
        </p:nvSpPr>
        <p:spPr>
          <a:xfrm>
            <a:off x="3244510" y="3674096"/>
            <a:ext cx="2655900" cy="2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Valor</a:t>
            </a:r>
            <a:endParaRPr sz="1800" b="1" dirty="0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9" name="Rectángulo 88">
            <a:extLst>
              <a:ext uri="{FF2B5EF4-FFF2-40B4-BE49-F238E27FC236}">
                <a16:creationId xmlns:a16="http://schemas.microsoft.com/office/drawing/2014/main" id="{B5E5B012-04C4-660C-6F74-ABFA0E3B82AE}"/>
              </a:ext>
            </a:extLst>
          </p:cNvPr>
          <p:cNvSpPr/>
          <p:nvPr/>
        </p:nvSpPr>
        <p:spPr>
          <a:xfrm>
            <a:off x="0" y="679230"/>
            <a:ext cx="221742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Matriz VRIO</a:t>
            </a:r>
          </a:p>
        </p:txBody>
      </p:sp>
      <p:sp>
        <p:nvSpPr>
          <p:cNvPr id="4" name="Medio marco 3">
            <a:extLst>
              <a:ext uri="{FF2B5EF4-FFF2-40B4-BE49-F238E27FC236}">
                <a16:creationId xmlns:a16="http://schemas.microsoft.com/office/drawing/2014/main" id="{3ED172EB-9798-08EF-7CA5-74AEB9ABC791}"/>
              </a:ext>
            </a:extLst>
          </p:cNvPr>
          <p:cNvSpPr/>
          <p:nvPr/>
        </p:nvSpPr>
        <p:spPr>
          <a:xfrm rot="18776229">
            <a:off x="7426640" y="1944051"/>
            <a:ext cx="177333" cy="159879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5" name="Medio marco 4">
            <a:extLst>
              <a:ext uri="{FF2B5EF4-FFF2-40B4-BE49-F238E27FC236}">
                <a16:creationId xmlns:a16="http://schemas.microsoft.com/office/drawing/2014/main" id="{1A8B6526-F319-E381-8F20-38B2D0668ED0}"/>
              </a:ext>
            </a:extLst>
          </p:cNvPr>
          <p:cNvSpPr/>
          <p:nvPr/>
        </p:nvSpPr>
        <p:spPr>
          <a:xfrm rot="18776229">
            <a:off x="7426641" y="2600127"/>
            <a:ext cx="177333" cy="159879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6" name="Medio marco 5">
            <a:extLst>
              <a:ext uri="{FF2B5EF4-FFF2-40B4-BE49-F238E27FC236}">
                <a16:creationId xmlns:a16="http://schemas.microsoft.com/office/drawing/2014/main" id="{9A1AED37-4CDA-3FD2-3D38-FD2785C65CF9}"/>
              </a:ext>
            </a:extLst>
          </p:cNvPr>
          <p:cNvSpPr/>
          <p:nvPr/>
        </p:nvSpPr>
        <p:spPr>
          <a:xfrm rot="18776229">
            <a:off x="7426639" y="1705316"/>
            <a:ext cx="177333" cy="159879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4593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D40F2AD-7202-A948-0750-06E19D8E4888}"/>
              </a:ext>
            </a:extLst>
          </p:cNvPr>
          <p:cNvSpPr txBox="1"/>
          <p:nvPr/>
        </p:nvSpPr>
        <p:spPr>
          <a:xfrm>
            <a:off x="2286000" y="24178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ACFD79-7E71-192E-06D6-93F9022F203F}"/>
              </a:ext>
            </a:extLst>
          </p:cNvPr>
          <p:cNvSpPr txBox="1"/>
          <p:nvPr/>
        </p:nvSpPr>
        <p:spPr>
          <a:xfrm>
            <a:off x="2286000" y="24178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5E8EA0A-09C2-7C1E-806F-D9F8CABC1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419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2FC80CC-CB72-4412-1B2F-84FFC38EAEAD}"/>
              </a:ext>
            </a:extLst>
          </p:cNvPr>
          <p:cNvSpPr txBox="1"/>
          <p:nvPr/>
        </p:nvSpPr>
        <p:spPr>
          <a:xfrm>
            <a:off x="2545080" y="237661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A538914-6D2B-F864-C007-9AF7F5B7A4C9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IV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87420D6-A767-9060-F6A2-FE9EA550A31E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Análisis Externo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1BF0DD8-9678-9082-EC65-CF3274428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687" y="659728"/>
            <a:ext cx="3855208" cy="4598072"/>
          </a:xfrm>
          <a:prstGeom prst="rect">
            <a:avLst/>
          </a:prstGeom>
        </p:spPr>
      </p:pic>
      <p:grpSp>
        <p:nvGrpSpPr>
          <p:cNvPr id="28" name="Google Shape;921;p32">
            <a:extLst>
              <a:ext uri="{FF2B5EF4-FFF2-40B4-BE49-F238E27FC236}">
                <a16:creationId xmlns:a16="http://schemas.microsoft.com/office/drawing/2014/main" id="{716A847B-A1FC-341D-4E0E-847E63603ABE}"/>
              </a:ext>
            </a:extLst>
          </p:cNvPr>
          <p:cNvGrpSpPr/>
          <p:nvPr/>
        </p:nvGrpSpPr>
        <p:grpSpPr>
          <a:xfrm>
            <a:off x="2561134" y="1675185"/>
            <a:ext cx="1530961" cy="1952062"/>
            <a:chOff x="4680944" y="1662825"/>
            <a:chExt cx="1741942" cy="2762325"/>
          </a:xfrm>
        </p:grpSpPr>
        <p:sp>
          <p:nvSpPr>
            <p:cNvPr id="34" name="Google Shape;922;p32">
              <a:extLst>
                <a:ext uri="{FF2B5EF4-FFF2-40B4-BE49-F238E27FC236}">
                  <a16:creationId xmlns:a16="http://schemas.microsoft.com/office/drawing/2014/main" id="{32F3437A-AF14-EAD8-38F9-941B3395352C}"/>
                </a:ext>
              </a:extLst>
            </p:cNvPr>
            <p:cNvSpPr/>
            <p:nvPr/>
          </p:nvSpPr>
          <p:spPr>
            <a:xfrm>
              <a:off x="4950363" y="2004974"/>
              <a:ext cx="1194263" cy="1017917"/>
            </a:xfrm>
            <a:custGeom>
              <a:avLst/>
              <a:gdLst/>
              <a:ahLst/>
              <a:cxnLst/>
              <a:rect l="l" t="t" r="r" b="b"/>
              <a:pathLst>
                <a:path w="20476" h="17451" extrusionOk="0">
                  <a:moveTo>
                    <a:pt x="2124" y="1"/>
                  </a:moveTo>
                  <a:cubicBezTo>
                    <a:pt x="823" y="1"/>
                    <a:pt x="1" y="1439"/>
                    <a:pt x="640" y="2557"/>
                  </a:cubicBezTo>
                  <a:lnTo>
                    <a:pt x="8743" y="16595"/>
                  </a:lnTo>
                  <a:cubicBezTo>
                    <a:pt x="9074" y="17166"/>
                    <a:pt x="9650" y="17451"/>
                    <a:pt x="10227" y="17451"/>
                  </a:cubicBezTo>
                  <a:cubicBezTo>
                    <a:pt x="10803" y="17451"/>
                    <a:pt x="11379" y="17166"/>
                    <a:pt x="11710" y="16595"/>
                  </a:cubicBezTo>
                  <a:lnTo>
                    <a:pt x="19813" y="2557"/>
                  </a:lnTo>
                  <a:cubicBezTo>
                    <a:pt x="20475" y="1439"/>
                    <a:pt x="19653" y="1"/>
                    <a:pt x="183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23;p32">
              <a:extLst>
                <a:ext uri="{FF2B5EF4-FFF2-40B4-BE49-F238E27FC236}">
                  <a16:creationId xmlns:a16="http://schemas.microsoft.com/office/drawing/2014/main" id="{C4E0184A-48E3-B5B5-E727-FC9B010668E1}"/>
                </a:ext>
              </a:extLst>
            </p:cNvPr>
            <p:cNvSpPr/>
            <p:nvPr/>
          </p:nvSpPr>
          <p:spPr>
            <a:xfrm>
              <a:off x="4974335" y="2004974"/>
              <a:ext cx="990533" cy="920097"/>
            </a:xfrm>
            <a:custGeom>
              <a:avLst/>
              <a:gdLst/>
              <a:ahLst/>
              <a:cxnLst/>
              <a:rect l="l" t="t" r="r" b="b"/>
              <a:pathLst>
                <a:path w="16983" h="15774" extrusionOk="0">
                  <a:moveTo>
                    <a:pt x="1713" y="1"/>
                  </a:moveTo>
                  <a:cubicBezTo>
                    <a:pt x="708" y="1"/>
                    <a:pt x="1" y="823"/>
                    <a:pt x="1" y="1713"/>
                  </a:cubicBezTo>
                  <a:cubicBezTo>
                    <a:pt x="1" y="1987"/>
                    <a:pt x="69" y="2283"/>
                    <a:pt x="229" y="2557"/>
                  </a:cubicBezTo>
                  <a:lnTo>
                    <a:pt x="7875" y="15773"/>
                  </a:lnTo>
                  <a:cubicBezTo>
                    <a:pt x="8172" y="15636"/>
                    <a:pt x="8446" y="15408"/>
                    <a:pt x="8629" y="15088"/>
                  </a:cubicBezTo>
                  <a:lnTo>
                    <a:pt x="16732" y="1051"/>
                  </a:lnTo>
                  <a:cubicBezTo>
                    <a:pt x="16937" y="709"/>
                    <a:pt x="16983" y="343"/>
                    <a:pt x="169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24;p32">
              <a:extLst>
                <a:ext uri="{FF2B5EF4-FFF2-40B4-BE49-F238E27FC236}">
                  <a16:creationId xmlns:a16="http://schemas.microsoft.com/office/drawing/2014/main" id="{48C99F56-2198-9B99-4177-866C9A73BC4C}"/>
                </a:ext>
              </a:extLst>
            </p:cNvPr>
            <p:cNvSpPr/>
            <p:nvPr/>
          </p:nvSpPr>
          <p:spPr>
            <a:xfrm>
              <a:off x="5162089" y="1662825"/>
              <a:ext cx="769540" cy="769606"/>
            </a:xfrm>
            <a:custGeom>
              <a:avLst/>
              <a:gdLst/>
              <a:ahLst/>
              <a:cxnLst/>
              <a:rect l="l" t="t" r="r" b="b"/>
              <a:pathLst>
                <a:path w="13194" h="13194" extrusionOk="0">
                  <a:moveTo>
                    <a:pt x="6597" y="1"/>
                  </a:moveTo>
                  <a:cubicBezTo>
                    <a:pt x="2945" y="1"/>
                    <a:pt x="0" y="2968"/>
                    <a:pt x="0" y="6597"/>
                  </a:cubicBezTo>
                  <a:cubicBezTo>
                    <a:pt x="0" y="10249"/>
                    <a:pt x="2945" y="13194"/>
                    <a:pt x="6597" y="13194"/>
                  </a:cubicBezTo>
                  <a:cubicBezTo>
                    <a:pt x="10249" y="13194"/>
                    <a:pt x="13193" y="10249"/>
                    <a:pt x="13193" y="6597"/>
                  </a:cubicBezTo>
                  <a:cubicBezTo>
                    <a:pt x="13193" y="2968"/>
                    <a:pt x="10249" y="1"/>
                    <a:pt x="65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25;p32">
              <a:extLst>
                <a:ext uri="{FF2B5EF4-FFF2-40B4-BE49-F238E27FC236}">
                  <a16:creationId xmlns:a16="http://schemas.microsoft.com/office/drawing/2014/main" id="{AE484F6C-1B8F-9769-8F7D-A98829215923}"/>
                </a:ext>
              </a:extLst>
            </p:cNvPr>
            <p:cNvSpPr/>
            <p:nvPr/>
          </p:nvSpPr>
          <p:spPr>
            <a:xfrm>
              <a:off x="5204600" y="1738443"/>
              <a:ext cx="665663" cy="665720"/>
            </a:xfrm>
            <a:custGeom>
              <a:avLst/>
              <a:gdLst/>
              <a:ahLst/>
              <a:cxnLst/>
              <a:rect l="l" t="t" r="r" b="b"/>
              <a:pathLst>
                <a:path w="11413" h="11413" extrusionOk="0">
                  <a:moveTo>
                    <a:pt x="5707" y="0"/>
                  </a:moveTo>
                  <a:cubicBezTo>
                    <a:pt x="2557" y="0"/>
                    <a:pt x="0" y="2556"/>
                    <a:pt x="0" y="5706"/>
                  </a:cubicBezTo>
                  <a:cubicBezTo>
                    <a:pt x="0" y="8856"/>
                    <a:pt x="2557" y="11413"/>
                    <a:pt x="5707" y="11413"/>
                  </a:cubicBezTo>
                  <a:cubicBezTo>
                    <a:pt x="8856" y="11413"/>
                    <a:pt x="11413" y="8856"/>
                    <a:pt x="11413" y="5706"/>
                  </a:cubicBezTo>
                  <a:cubicBezTo>
                    <a:pt x="11413" y="2556"/>
                    <a:pt x="8856" y="0"/>
                    <a:pt x="57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926;p32">
              <a:extLst>
                <a:ext uri="{FF2B5EF4-FFF2-40B4-BE49-F238E27FC236}">
                  <a16:creationId xmlns:a16="http://schemas.microsoft.com/office/drawing/2014/main" id="{611AD358-F8F2-9AFD-7F0E-17A7C1F7F372}"/>
                </a:ext>
              </a:extLst>
            </p:cNvPr>
            <p:cNvSpPr/>
            <p:nvPr/>
          </p:nvSpPr>
          <p:spPr>
            <a:xfrm>
              <a:off x="5351126" y="3223201"/>
              <a:ext cx="387453" cy="387486"/>
            </a:xfrm>
            <a:custGeom>
              <a:avLst/>
              <a:gdLst/>
              <a:ahLst/>
              <a:cxnLst/>
              <a:rect l="l" t="t" r="r" b="b"/>
              <a:pathLst>
                <a:path w="6643" h="6643" extrusionOk="0">
                  <a:moveTo>
                    <a:pt x="3333" y="0"/>
                  </a:moveTo>
                  <a:cubicBezTo>
                    <a:pt x="1484" y="0"/>
                    <a:pt x="0" y="1484"/>
                    <a:pt x="0" y="3310"/>
                  </a:cubicBezTo>
                  <a:cubicBezTo>
                    <a:pt x="0" y="5159"/>
                    <a:pt x="1484" y="6642"/>
                    <a:pt x="3333" y="6642"/>
                  </a:cubicBezTo>
                  <a:cubicBezTo>
                    <a:pt x="5159" y="6642"/>
                    <a:pt x="6642" y="5159"/>
                    <a:pt x="6642" y="3310"/>
                  </a:cubicBezTo>
                  <a:cubicBezTo>
                    <a:pt x="6642" y="1484"/>
                    <a:pt x="5159" y="0"/>
                    <a:pt x="33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927;p32">
              <a:extLst>
                <a:ext uri="{FF2B5EF4-FFF2-40B4-BE49-F238E27FC236}">
                  <a16:creationId xmlns:a16="http://schemas.microsoft.com/office/drawing/2014/main" id="{9F3B5FB5-AEB9-30A2-E889-E9EE1196C476}"/>
                </a:ext>
              </a:extLst>
            </p:cNvPr>
            <p:cNvSpPr/>
            <p:nvPr/>
          </p:nvSpPr>
          <p:spPr>
            <a:xfrm>
              <a:off x="5432316" y="3304393"/>
              <a:ext cx="225076" cy="223754"/>
            </a:xfrm>
            <a:custGeom>
              <a:avLst/>
              <a:gdLst/>
              <a:ahLst/>
              <a:cxnLst/>
              <a:rect l="l" t="t" r="r" b="b"/>
              <a:pathLst>
                <a:path w="3859" h="3836" extrusionOk="0">
                  <a:moveTo>
                    <a:pt x="1941" y="0"/>
                  </a:moveTo>
                  <a:cubicBezTo>
                    <a:pt x="868" y="0"/>
                    <a:pt x="1" y="868"/>
                    <a:pt x="1" y="1918"/>
                  </a:cubicBezTo>
                  <a:cubicBezTo>
                    <a:pt x="1" y="2990"/>
                    <a:pt x="868" y="3835"/>
                    <a:pt x="1941" y="3835"/>
                  </a:cubicBezTo>
                  <a:cubicBezTo>
                    <a:pt x="2991" y="3835"/>
                    <a:pt x="3858" y="2990"/>
                    <a:pt x="3858" y="1918"/>
                  </a:cubicBezTo>
                  <a:cubicBezTo>
                    <a:pt x="3858" y="868"/>
                    <a:pt x="2991" y="0"/>
                    <a:pt x="19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" name="Google Shape;928;p32">
              <a:extLst>
                <a:ext uri="{FF2B5EF4-FFF2-40B4-BE49-F238E27FC236}">
                  <a16:creationId xmlns:a16="http://schemas.microsoft.com/office/drawing/2014/main" id="{1245F175-EDC2-AA07-23D1-E6610779DA55}"/>
                </a:ext>
              </a:extLst>
            </p:cNvPr>
            <p:cNvGrpSpPr/>
            <p:nvPr/>
          </p:nvGrpSpPr>
          <p:grpSpPr>
            <a:xfrm>
              <a:off x="4680944" y="3977250"/>
              <a:ext cx="1741942" cy="447900"/>
              <a:chOff x="6815038" y="3410825"/>
              <a:chExt cx="1741942" cy="447900"/>
            </a:xfrm>
          </p:grpSpPr>
          <p:sp>
            <p:nvSpPr>
              <p:cNvPr id="41" name="Google Shape;929;p32">
                <a:extLst>
                  <a:ext uri="{FF2B5EF4-FFF2-40B4-BE49-F238E27FC236}">
                    <a16:creationId xmlns:a16="http://schemas.microsoft.com/office/drawing/2014/main" id="{764FDE8E-F8CB-F0FC-3B81-C9E8F76C23AC}"/>
                  </a:ext>
                </a:extLst>
              </p:cNvPr>
              <p:cNvSpPr txBox="1"/>
              <p:nvPr/>
            </p:nvSpPr>
            <p:spPr>
              <a:xfrm>
                <a:off x="6815038" y="3410825"/>
                <a:ext cx="1733100" cy="4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rgbClr val="000000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42" name="Google Shape;930;p32">
                <a:extLst>
                  <a:ext uri="{FF2B5EF4-FFF2-40B4-BE49-F238E27FC236}">
                    <a16:creationId xmlns:a16="http://schemas.microsoft.com/office/drawing/2014/main" id="{27A8EC5D-98EC-7384-480E-D1E45FE88C17}"/>
                  </a:ext>
                </a:extLst>
              </p:cNvPr>
              <p:cNvSpPr txBox="1"/>
              <p:nvPr/>
            </p:nvSpPr>
            <p:spPr>
              <a:xfrm>
                <a:off x="6823880" y="3578181"/>
                <a:ext cx="1733100" cy="2394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Ecológico</a:t>
                </a:r>
              </a:p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Legal</a:t>
                </a:r>
                <a:endParaRPr sz="1800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43" name="Google Shape;936;p32">
            <a:extLst>
              <a:ext uri="{FF2B5EF4-FFF2-40B4-BE49-F238E27FC236}">
                <a16:creationId xmlns:a16="http://schemas.microsoft.com/office/drawing/2014/main" id="{A3737C30-8869-4249-3CCA-FD5A29A360F9}"/>
              </a:ext>
            </a:extLst>
          </p:cNvPr>
          <p:cNvGrpSpPr/>
          <p:nvPr/>
        </p:nvGrpSpPr>
        <p:grpSpPr>
          <a:xfrm>
            <a:off x="1439698" y="2487646"/>
            <a:ext cx="1504182" cy="1882696"/>
            <a:chOff x="2749831" y="1170893"/>
            <a:chExt cx="1711473" cy="2664168"/>
          </a:xfrm>
        </p:grpSpPr>
        <p:sp>
          <p:nvSpPr>
            <p:cNvPr id="44" name="Google Shape;937;p32">
              <a:extLst>
                <a:ext uri="{FF2B5EF4-FFF2-40B4-BE49-F238E27FC236}">
                  <a16:creationId xmlns:a16="http://schemas.microsoft.com/office/drawing/2014/main" id="{280136BB-D31A-7537-B364-557FBE14A284}"/>
                </a:ext>
              </a:extLst>
            </p:cNvPr>
            <p:cNvSpPr/>
            <p:nvPr/>
          </p:nvSpPr>
          <p:spPr>
            <a:xfrm rot="-2365431">
              <a:off x="3520402" y="2036895"/>
              <a:ext cx="43690" cy="43344"/>
            </a:xfrm>
            <a:custGeom>
              <a:avLst/>
              <a:gdLst/>
              <a:ahLst/>
              <a:cxnLst/>
              <a:rect l="l" t="t" r="r" b="b"/>
              <a:pathLst>
                <a:path w="754" h="754" extrusionOk="0">
                  <a:moveTo>
                    <a:pt x="389" y="0"/>
                  </a:moveTo>
                  <a:cubicBezTo>
                    <a:pt x="275" y="0"/>
                    <a:pt x="183" y="46"/>
                    <a:pt x="115" y="114"/>
                  </a:cubicBezTo>
                  <a:cubicBezTo>
                    <a:pt x="46" y="183"/>
                    <a:pt x="1" y="274"/>
                    <a:pt x="1" y="365"/>
                  </a:cubicBezTo>
                  <a:cubicBezTo>
                    <a:pt x="1" y="480"/>
                    <a:pt x="46" y="571"/>
                    <a:pt x="115" y="639"/>
                  </a:cubicBezTo>
                  <a:cubicBezTo>
                    <a:pt x="183" y="708"/>
                    <a:pt x="275" y="753"/>
                    <a:pt x="389" y="753"/>
                  </a:cubicBezTo>
                  <a:cubicBezTo>
                    <a:pt x="480" y="753"/>
                    <a:pt x="571" y="708"/>
                    <a:pt x="640" y="639"/>
                  </a:cubicBezTo>
                  <a:cubicBezTo>
                    <a:pt x="708" y="571"/>
                    <a:pt x="754" y="480"/>
                    <a:pt x="754" y="365"/>
                  </a:cubicBezTo>
                  <a:cubicBezTo>
                    <a:pt x="754" y="274"/>
                    <a:pt x="708" y="183"/>
                    <a:pt x="640" y="114"/>
                  </a:cubicBezTo>
                  <a:cubicBezTo>
                    <a:pt x="571" y="46"/>
                    <a:pt x="480" y="0"/>
                    <a:pt x="3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38;p32">
              <a:extLst>
                <a:ext uri="{FF2B5EF4-FFF2-40B4-BE49-F238E27FC236}">
                  <a16:creationId xmlns:a16="http://schemas.microsoft.com/office/drawing/2014/main" id="{4A2917BE-B996-E50D-6388-56499333FDFF}"/>
                </a:ext>
              </a:extLst>
            </p:cNvPr>
            <p:cNvSpPr/>
            <p:nvPr/>
          </p:nvSpPr>
          <p:spPr>
            <a:xfrm rot="2365431" flipH="1">
              <a:off x="3672723" y="2003270"/>
              <a:ext cx="43690" cy="43344"/>
            </a:xfrm>
            <a:custGeom>
              <a:avLst/>
              <a:gdLst/>
              <a:ahLst/>
              <a:cxnLst/>
              <a:rect l="l" t="t" r="r" b="b"/>
              <a:pathLst>
                <a:path w="754" h="754" extrusionOk="0">
                  <a:moveTo>
                    <a:pt x="389" y="0"/>
                  </a:moveTo>
                  <a:cubicBezTo>
                    <a:pt x="275" y="0"/>
                    <a:pt x="183" y="46"/>
                    <a:pt x="115" y="114"/>
                  </a:cubicBezTo>
                  <a:cubicBezTo>
                    <a:pt x="46" y="183"/>
                    <a:pt x="1" y="274"/>
                    <a:pt x="1" y="365"/>
                  </a:cubicBezTo>
                  <a:cubicBezTo>
                    <a:pt x="1" y="480"/>
                    <a:pt x="46" y="571"/>
                    <a:pt x="115" y="639"/>
                  </a:cubicBezTo>
                  <a:cubicBezTo>
                    <a:pt x="183" y="708"/>
                    <a:pt x="275" y="753"/>
                    <a:pt x="389" y="753"/>
                  </a:cubicBezTo>
                  <a:cubicBezTo>
                    <a:pt x="480" y="753"/>
                    <a:pt x="571" y="708"/>
                    <a:pt x="640" y="639"/>
                  </a:cubicBezTo>
                  <a:cubicBezTo>
                    <a:pt x="708" y="571"/>
                    <a:pt x="754" y="480"/>
                    <a:pt x="754" y="365"/>
                  </a:cubicBezTo>
                  <a:cubicBezTo>
                    <a:pt x="754" y="274"/>
                    <a:pt x="708" y="183"/>
                    <a:pt x="640" y="114"/>
                  </a:cubicBezTo>
                  <a:cubicBezTo>
                    <a:pt x="571" y="46"/>
                    <a:pt x="480" y="0"/>
                    <a:pt x="3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39;p32">
              <a:extLst>
                <a:ext uri="{FF2B5EF4-FFF2-40B4-BE49-F238E27FC236}">
                  <a16:creationId xmlns:a16="http://schemas.microsoft.com/office/drawing/2014/main" id="{4FDE92C7-25B7-362A-DA94-B42418E79861}"/>
                </a:ext>
              </a:extLst>
            </p:cNvPr>
            <p:cNvSpPr/>
            <p:nvPr/>
          </p:nvSpPr>
          <p:spPr>
            <a:xfrm>
              <a:off x="2994482" y="2473664"/>
              <a:ext cx="1194204" cy="1017917"/>
            </a:xfrm>
            <a:custGeom>
              <a:avLst/>
              <a:gdLst/>
              <a:ahLst/>
              <a:cxnLst/>
              <a:rect l="l" t="t" r="r" b="b"/>
              <a:pathLst>
                <a:path w="20475" h="17451" extrusionOk="0">
                  <a:moveTo>
                    <a:pt x="10237" y="0"/>
                  </a:moveTo>
                  <a:cubicBezTo>
                    <a:pt x="9667" y="0"/>
                    <a:pt x="9096" y="286"/>
                    <a:pt x="8765" y="856"/>
                  </a:cubicBezTo>
                  <a:lnTo>
                    <a:pt x="662" y="14894"/>
                  </a:lnTo>
                  <a:cubicBezTo>
                    <a:pt x="0" y="16035"/>
                    <a:pt x="822" y="17450"/>
                    <a:pt x="2123" y="17450"/>
                  </a:cubicBezTo>
                  <a:lnTo>
                    <a:pt x="18352" y="17450"/>
                  </a:lnTo>
                  <a:cubicBezTo>
                    <a:pt x="19653" y="17450"/>
                    <a:pt x="20474" y="16035"/>
                    <a:pt x="19812" y="14894"/>
                  </a:cubicBezTo>
                  <a:lnTo>
                    <a:pt x="11709" y="856"/>
                  </a:lnTo>
                  <a:cubicBezTo>
                    <a:pt x="11378" y="286"/>
                    <a:pt x="10808" y="0"/>
                    <a:pt x="102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40;p32">
              <a:extLst>
                <a:ext uri="{FF2B5EF4-FFF2-40B4-BE49-F238E27FC236}">
                  <a16:creationId xmlns:a16="http://schemas.microsoft.com/office/drawing/2014/main" id="{A84566C5-4346-1925-0F87-98E3BFD4A7C4}"/>
                </a:ext>
              </a:extLst>
            </p:cNvPr>
            <p:cNvSpPr/>
            <p:nvPr/>
          </p:nvSpPr>
          <p:spPr>
            <a:xfrm>
              <a:off x="3505658" y="2519568"/>
              <a:ext cx="2741" cy="4083"/>
            </a:xfrm>
            <a:custGeom>
              <a:avLst/>
              <a:gdLst/>
              <a:ahLst/>
              <a:cxnLst/>
              <a:rect l="l" t="t" r="r" b="b"/>
              <a:pathLst>
                <a:path w="47" h="70" extrusionOk="0">
                  <a:moveTo>
                    <a:pt x="1" y="69"/>
                  </a:moveTo>
                  <a:cubicBezTo>
                    <a:pt x="1" y="47"/>
                    <a:pt x="24" y="24"/>
                    <a:pt x="47" y="1"/>
                  </a:cubicBezTo>
                  <a:cubicBezTo>
                    <a:pt x="24" y="24"/>
                    <a:pt x="1" y="47"/>
                    <a:pt x="1" y="69"/>
                  </a:cubicBezTo>
                  <a:close/>
                  <a:moveTo>
                    <a:pt x="47" y="1"/>
                  </a:moveTo>
                  <a:cubicBezTo>
                    <a:pt x="47" y="1"/>
                    <a:pt x="47" y="1"/>
                    <a:pt x="47" y="1"/>
                  </a:cubicBezTo>
                  <a:cubicBezTo>
                    <a:pt x="47" y="1"/>
                    <a:pt x="47" y="1"/>
                    <a:pt x="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41;p32">
              <a:extLst>
                <a:ext uri="{FF2B5EF4-FFF2-40B4-BE49-F238E27FC236}">
                  <a16:creationId xmlns:a16="http://schemas.microsoft.com/office/drawing/2014/main" id="{ADE0EF40-236B-3309-983B-DCA97E2C0976}"/>
                </a:ext>
              </a:extLst>
            </p:cNvPr>
            <p:cNvSpPr/>
            <p:nvPr/>
          </p:nvSpPr>
          <p:spPr>
            <a:xfrm>
              <a:off x="3017113" y="2483638"/>
              <a:ext cx="1015788" cy="920039"/>
            </a:xfrm>
            <a:custGeom>
              <a:avLst/>
              <a:gdLst/>
              <a:ahLst/>
              <a:cxnLst/>
              <a:rect l="l" t="t" r="r" b="b"/>
              <a:pathLst>
                <a:path w="17416" h="15773" extrusionOk="0">
                  <a:moveTo>
                    <a:pt x="9130" y="1"/>
                  </a:moveTo>
                  <a:cubicBezTo>
                    <a:pt x="8856" y="115"/>
                    <a:pt x="8605" y="320"/>
                    <a:pt x="8423" y="617"/>
                  </a:cubicBezTo>
                  <a:cubicBezTo>
                    <a:pt x="8400" y="640"/>
                    <a:pt x="8377" y="663"/>
                    <a:pt x="8377" y="685"/>
                  </a:cubicBezTo>
                  <a:lnTo>
                    <a:pt x="274" y="14723"/>
                  </a:lnTo>
                  <a:cubicBezTo>
                    <a:pt x="69" y="15065"/>
                    <a:pt x="0" y="15430"/>
                    <a:pt x="46" y="15773"/>
                  </a:cubicBezTo>
                  <a:lnTo>
                    <a:pt x="15293" y="15773"/>
                  </a:lnTo>
                  <a:cubicBezTo>
                    <a:pt x="16594" y="15773"/>
                    <a:pt x="17416" y="14335"/>
                    <a:pt x="16777" y="13216"/>
                  </a:cubicBezTo>
                  <a:lnTo>
                    <a:pt x="913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42;p32">
              <a:extLst>
                <a:ext uri="{FF2B5EF4-FFF2-40B4-BE49-F238E27FC236}">
                  <a16:creationId xmlns:a16="http://schemas.microsoft.com/office/drawing/2014/main" id="{E09FC29A-B86F-B109-06DC-43763E217C60}"/>
                </a:ext>
              </a:extLst>
            </p:cNvPr>
            <p:cNvSpPr/>
            <p:nvPr/>
          </p:nvSpPr>
          <p:spPr>
            <a:xfrm>
              <a:off x="3206150" y="3064113"/>
              <a:ext cx="770882" cy="770948"/>
            </a:xfrm>
            <a:custGeom>
              <a:avLst/>
              <a:gdLst/>
              <a:ahLst/>
              <a:cxnLst/>
              <a:rect l="l" t="t" r="r" b="b"/>
              <a:pathLst>
                <a:path w="13217" h="13217" extrusionOk="0">
                  <a:moveTo>
                    <a:pt x="6597" y="0"/>
                  </a:moveTo>
                  <a:cubicBezTo>
                    <a:pt x="2968" y="0"/>
                    <a:pt x="0" y="2968"/>
                    <a:pt x="0" y="6597"/>
                  </a:cubicBezTo>
                  <a:cubicBezTo>
                    <a:pt x="0" y="10249"/>
                    <a:pt x="2968" y="13216"/>
                    <a:pt x="6597" y="13216"/>
                  </a:cubicBezTo>
                  <a:cubicBezTo>
                    <a:pt x="10249" y="13216"/>
                    <a:pt x="13216" y="10249"/>
                    <a:pt x="13216" y="6597"/>
                  </a:cubicBezTo>
                  <a:cubicBezTo>
                    <a:pt x="13216" y="2968"/>
                    <a:pt x="10249" y="0"/>
                    <a:pt x="65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43;p32">
              <a:extLst>
                <a:ext uri="{FF2B5EF4-FFF2-40B4-BE49-F238E27FC236}">
                  <a16:creationId xmlns:a16="http://schemas.microsoft.com/office/drawing/2014/main" id="{57ECA077-580A-1E2D-7BB1-4CC43DAC5ACC}"/>
                </a:ext>
              </a:extLst>
            </p:cNvPr>
            <p:cNvSpPr/>
            <p:nvPr/>
          </p:nvSpPr>
          <p:spPr>
            <a:xfrm>
              <a:off x="3258061" y="3116024"/>
              <a:ext cx="665722" cy="665779"/>
            </a:xfrm>
            <a:custGeom>
              <a:avLst/>
              <a:gdLst/>
              <a:ahLst/>
              <a:cxnLst/>
              <a:rect l="l" t="t" r="r" b="b"/>
              <a:pathLst>
                <a:path w="11414" h="11414" extrusionOk="0">
                  <a:moveTo>
                    <a:pt x="5707" y="1"/>
                  </a:moveTo>
                  <a:cubicBezTo>
                    <a:pt x="2557" y="1"/>
                    <a:pt x="0" y="2557"/>
                    <a:pt x="0" y="5707"/>
                  </a:cubicBezTo>
                  <a:cubicBezTo>
                    <a:pt x="0" y="8857"/>
                    <a:pt x="2557" y="11413"/>
                    <a:pt x="5707" y="11413"/>
                  </a:cubicBezTo>
                  <a:cubicBezTo>
                    <a:pt x="8879" y="11413"/>
                    <a:pt x="11413" y="8857"/>
                    <a:pt x="11413" y="5707"/>
                  </a:cubicBezTo>
                  <a:cubicBezTo>
                    <a:pt x="11413" y="2557"/>
                    <a:pt x="8879" y="1"/>
                    <a:pt x="57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944;p32">
              <a:extLst>
                <a:ext uri="{FF2B5EF4-FFF2-40B4-BE49-F238E27FC236}">
                  <a16:creationId xmlns:a16="http://schemas.microsoft.com/office/drawing/2014/main" id="{43E3083F-2322-A69C-9B39-C9B6601B0446}"/>
                </a:ext>
              </a:extLst>
            </p:cNvPr>
            <p:cNvSpPr/>
            <p:nvPr/>
          </p:nvSpPr>
          <p:spPr>
            <a:xfrm>
              <a:off x="3399153" y="1887181"/>
              <a:ext cx="388794" cy="387545"/>
            </a:xfrm>
            <a:custGeom>
              <a:avLst/>
              <a:gdLst/>
              <a:ahLst/>
              <a:cxnLst/>
              <a:rect l="l" t="t" r="r" b="b"/>
              <a:pathLst>
                <a:path w="6666" h="6644" extrusionOk="0">
                  <a:moveTo>
                    <a:pt x="3333" y="1"/>
                  </a:moveTo>
                  <a:cubicBezTo>
                    <a:pt x="1507" y="1"/>
                    <a:pt x="1" y="1485"/>
                    <a:pt x="1" y="3311"/>
                  </a:cubicBezTo>
                  <a:cubicBezTo>
                    <a:pt x="1" y="5159"/>
                    <a:pt x="1507" y="6643"/>
                    <a:pt x="3333" y="6643"/>
                  </a:cubicBezTo>
                  <a:cubicBezTo>
                    <a:pt x="5159" y="6643"/>
                    <a:pt x="6666" y="5159"/>
                    <a:pt x="6666" y="3311"/>
                  </a:cubicBezTo>
                  <a:cubicBezTo>
                    <a:pt x="6666" y="1485"/>
                    <a:pt x="5159" y="1"/>
                    <a:pt x="33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45;p32">
              <a:extLst>
                <a:ext uri="{FF2B5EF4-FFF2-40B4-BE49-F238E27FC236}">
                  <a16:creationId xmlns:a16="http://schemas.microsoft.com/office/drawing/2014/main" id="{5EAE8EFE-D797-E283-D833-FF25BE801006}"/>
                </a:ext>
              </a:extLst>
            </p:cNvPr>
            <p:cNvSpPr/>
            <p:nvPr/>
          </p:nvSpPr>
          <p:spPr>
            <a:xfrm>
              <a:off x="3481744" y="1968432"/>
              <a:ext cx="223676" cy="225037"/>
            </a:xfrm>
            <a:custGeom>
              <a:avLst/>
              <a:gdLst/>
              <a:ahLst/>
              <a:cxnLst/>
              <a:rect l="l" t="t" r="r" b="b"/>
              <a:pathLst>
                <a:path w="3835" h="3858" extrusionOk="0">
                  <a:moveTo>
                    <a:pt x="1917" y="0"/>
                  </a:moveTo>
                  <a:cubicBezTo>
                    <a:pt x="845" y="0"/>
                    <a:pt x="0" y="868"/>
                    <a:pt x="0" y="1918"/>
                  </a:cubicBezTo>
                  <a:cubicBezTo>
                    <a:pt x="0" y="2990"/>
                    <a:pt x="845" y="3858"/>
                    <a:pt x="1917" y="3858"/>
                  </a:cubicBezTo>
                  <a:cubicBezTo>
                    <a:pt x="2990" y="3858"/>
                    <a:pt x="3835" y="2990"/>
                    <a:pt x="3835" y="1918"/>
                  </a:cubicBezTo>
                  <a:cubicBezTo>
                    <a:pt x="3835" y="868"/>
                    <a:pt x="2990" y="0"/>
                    <a:pt x="1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" name="Google Shape;946;p32">
              <a:extLst>
                <a:ext uri="{FF2B5EF4-FFF2-40B4-BE49-F238E27FC236}">
                  <a16:creationId xmlns:a16="http://schemas.microsoft.com/office/drawing/2014/main" id="{8B2EAFC4-F7AE-315C-7E2C-F9352938C51D}"/>
                </a:ext>
              </a:extLst>
            </p:cNvPr>
            <p:cNvGrpSpPr/>
            <p:nvPr/>
          </p:nvGrpSpPr>
          <p:grpSpPr>
            <a:xfrm>
              <a:off x="2749831" y="1170893"/>
              <a:ext cx="1711473" cy="662582"/>
              <a:chOff x="1830288" y="1447693"/>
              <a:chExt cx="1711473" cy="662582"/>
            </a:xfrm>
          </p:grpSpPr>
          <p:sp>
            <p:nvSpPr>
              <p:cNvPr id="55" name="Google Shape;947;p32">
                <a:extLst>
                  <a:ext uri="{FF2B5EF4-FFF2-40B4-BE49-F238E27FC236}">
                    <a16:creationId xmlns:a16="http://schemas.microsoft.com/office/drawing/2014/main" id="{786ED98E-CC23-2ABC-6026-D1C6170745E5}"/>
                  </a:ext>
                </a:extLst>
              </p:cNvPr>
              <p:cNvSpPr txBox="1"/>
              <p:nvPr/>
            </p:nvSpPr>
            <p:spPr>
              <a:xfrm>
                <a:off x="1830288" y="1662375"/>
                <a:ext cx="1687500" cy="4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  <p:sp>
            <p:nvSpPr>
              <p:cNvPr id="56" name="Google Shape;948;p32">
                <a:extLst>
                  <a:ext uri="{FF2B5EF4-FFF2-40B4-BE49-F238E27FC236}">
                    <a16:creationId xmlns:a16="http://schemas.microsoft.com/office/drawing/2014/main" id="{B63CA392-61F5-6F7E-5C41-74F9FD8E8259}"/>
                  </a:ext>
                </a:extLst>
              </p:cNvPr>
              <p:cNvSpPr txBox="1"/>
              <p:nvPr/>
            </p:nvSpPr>
            <p:spPr>
              <a:xfrm>
                <a:off x="1854261" y="1447693"/>
                <a:ext cx="1687500" cy="2393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Social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 b="1" dirty="0">
                    <a:solidFill>
                      <a:schemeClr val="dk1"/>
                    </a:solidFill>
                    <a:latin typeface="Fira Sans"/>
                    <a:ea typeface="Fira Sans"/>
                    <a:cs typeface="Fira Sans"/>
                    <a:sym typeface="Fira Sans"/>
                  </a:rPr>
                  <a:t>Tecnológico</a:t>
                </a:r>
                <a:endParaRPr sz="1800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endParaRPr>
              </a:p>
            </p:txBody>
          </p:sp>
        </p:grpSp>
      </p:grpSp>
      <p:grpSp>
        <p:nvGrpSpPr>
          <p:cNvPr id="57" name="Google Shape;950;p32">
            <a:extLst>
              <a:ext uri="{FF2B5EF4-FFF2-40B4-BE49-F238E27FC236}">
                <a16:creationId xmlns:a16="http://schemas.microsoft.com/office/drawing/2014/main" id="{96A160D0-26D1-722A-63FA-641542D9D5AF}"/>
              </a:ext>
            </a:extLst>
          </p:cNvPr>
          <p:cNvGrpSpPr/>
          <p:nvPr/>
        </p:nvGrpSpPr>
        <p:grpSpPr>
          <a:xfrm>
            <a:off x="288187" y="1767516"/>
            <a:ext cx="1569574" cy="1952062"/>
            <a:chOff x="794405" y="1662825"/>
            <a:chExt cx="1785876" cy="2762325"/>
          </a:xfrm>
        </p:grpSpPr>
        <p:sp>
          <p:nvSpPr>
            <p:cNvPr id="58" name="Google Shape;951;p32">
              <a:extLst>
                <a:ext uri="{FF2B5EF4-FFF2-40B4-BE49-F238E27FC236}">
                  <a16:creationId xmlns:a16="http://schemas.microsoft.com/office/drawing/2014/main" id="{803C52C0-E7BF-EBAB-9A06-7A11D97F0184}"/>
                </a:ext>
              </a:extLst>
            </p:cNvPr>
            <p:cNvSpPr/>
            <p:nvPr/>
          </p:nvSpPr>
          <p:spPr>
            <a:xfrm rot="-2365431">
              <a:off x="1717352" y="3565370"/>
              <a:ext cx="45080" cy="43344"/>
            </a:xfrm>
            <a:custGeom>
              <a:avLst/>
              <a:gdLst/>
              <a:ahLst/>
              <a:cxnLst/>
              <a:rect l="l" t="t" r="r" b="b"/>
              <a:pathLst>
                <a:path w="778" h="754" extrusionOk="0">
                  <a:moveTo>
                    <a:pt x="389" y="0"/>
                  </a:moveTo>
                  <a:cubicBezTo>
                    <a:pt x="298" y="0"/>
                    <a:pt x="184" y="46"/>
                    <a:pt x="115" y="114"/>
                  </a:cubicBezTo>
                  <a:cubicBezTo>
                    <a:pt x="47" y="183"/>
                    <a:pt x="1" y="274"/>
                    <a:pt x="1" y="365"/>
                  </a:cubicBezTo>
                  <a:cubicBezTo>
                    <a:pt x="1" y="480"/>
                    <a:pt x="47" y="571"/>
                    <a:pt x="115" y="639"/>
                  </a:cubicBezTo>
                  <a:cubicBezTo>
                    <a:pt x="184" y="708"/>
                    <a:pt x="298" y="753"/>
                    <a:pt x="389" y="753"/>
                  </a:cubicBezTo>
                  <a:cubicBezTo>
                    <a:pt x="480" y="753"/>
                    <a:pt x="594" y="708"/>
                    <a:pt x="663" y="639"/>
                  </a:cubicBezTo>
                  <a:cubicBezTo>
                    <a:pt x="731" y="571"/>
                    <a:pt x="777" y="480"/>
                    <a:pt x="777" y="365"/>
                  </a:cubicBezTo>
                  <a:cubicBezTo>
                    <a:pt x="777" y="274"/>
                    <a:pt x="731" y="183"/>
                    <a:pt x="663" y="114"/>
                  </a:cubicBezTo>
                  <a:cubicBezTo>
                    <a:pt x="594" y="46"/>
                    <a:pt x="480" y="0"/>
                    <a:pt x="3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52;p32">
              <a:extLst>
                <a:ext uri="{FF2B5EF4-FFF2-40B4-BE49-F238E27FC236}">
                  <a16:creationId xmlns:a16="http://schemas.microsoft.com/office/drawing/2014/main" id="{ACB03355-AE13-5BFD-6825-A93EBF1B4FCD}"/>
                </a:ext>
              </a:extLst>
            </p:cNvPr>
            <p:cNvSpPr/>
            <p:nvPr/>
          </p:nvSpPr>
          <p:spPr>
            <a:xfrm>
              <a:off x="1116644" y="2004974"/>
              <a:ext cx="1194204" cy="1017917"/>
            </a:xfrm>
            <a:custGeom>
              <a:avLst/>
              <a:gdLst/>
              <a:ahLst/>
              <a:cxnLst/>
              <a:rect l="l" t="t" r="r" b="b"/>
              <a:pathLst>
                <a:path w="20475" h="17451" extrusionOk="0">
                  <a:moveTo>
                    <a:pt x="2146" y="1"/>
                  </a:moveTo>
                  <a:cubicBezTo>
                    <a:pt x="822" y="1"/>
                    <a:pt x="0" y="1439"/>
                    <a:pt x="662" y="2557"/>
                  </a:cubicBezTo>
                  <a:lnTo>
                    <a:pt x="8765" y="16595"/>
                  </a:lnTo>
                  <a:cubicBezTo>
                    <a:pt x="9096" y="17166"/>
                    <a:pt x="9672" y="17451"/>
                    <a:pt x="10249" y="17451"/>
                  </a:cubicBezTo>
                  <a:cubicBezTo>
                    <a:pt x="10825" y="17451"/>
                    <a:pt x="11401" y="17166"/>
                    <a:pt x="11732" y="16595"/>
                  </a:cubicBezTo>
                  <a:lnTo>
                    <a:pt x="19835" y="2557"/>
                  </a:lnTo>
                  <a:cubicBezTo>
                    <a:pt x="20474" y="1439"/>
                    <a:pt x="19653" y="1"/>
                    <a:pt x="1835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53;p32">
              <a:extLst>
                <a:ext uri="{FF2B5EF4-FFF2-40B4-BE49-F238E27FC236}">
                  <a16:creationId xmlns:a16="http://schemas.microsoft.com/office/drawing/2014/main" id="{592B6840-74E9-FFC5-62E8-12C99DCDA66C}"/>
                </a:ext>
              </a:extLst>
            </p:cNvPr>
            <p:cNvSpPr/>
            <p:nvPr/>
          </p:nvSpPr>
          <p:spPr>
            <a:xfrm>
              <a:off x="1141899" y="2004974"/>
              <a:ext cx="990533" cy="920097"/>
            </a:xfrm>
            <a:custGeom>
              <a:avLst/>
              <a:gdLst/>
              <a:ahLst/>
              <a:cxnLst/>
              <a:rect l="l" t="t" r="r" b="b"/>
              <a:pathLst>
                <a:path w="16983" h="15774" extrusionOk="0">
                  <a:moveTo>
                    <a:pt x="1713" y="1"/>
                  </a:moveTo>
                  <a:cubicBezTo>
                    <a:pt x="708" y="1"/>
                    <a:pt x="1" y="823"/>
                    <a:pt x="1" y="1713"/>
                  </a:cubicBezTo>
                  <a:cubicBezTo>
                    <a:pt x="1" y="1987"/>
                    <a:pt x="69" y="2283"/>
                    <a:pt x="229" y="2557"/>
                  </a:cubicBezTo>
                  <a:lnTo>
                    <a:pt x="7853" y="15773"/>
                  </a:lnTo>
                  <a:cubicBezTo>
                    <a:pt x="8172" y="15636"/>
                    <a:pt x="8446" y="15408"/>
                    <a:pt x="8629" y="15088"/>
                  </a:cubicBezTo>
                  <a:lnTo>
                    <a:pt x="16732" y="1051"/>
                  </a:lnTo>
                  <a:cubicBezTo>
                    <a:pt x="16914" y="709"/>
                    <a:pt x="16983" y="343"/>
                    <a:pt x="1693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54;p32">
              <a:extLst>
                <a:ext uri="{FF2B5EF4-FFF2-40B4-BE49-F238E27FC236}">
                  <a16:creationId xmlns:a16="http://schemas.microsoft.com/office/drawing/2014/main" id="{42C0AAB9-E46F-082B-7DBA-0E40046569F2}"/>
                </a:ext>
              </a:extLst>
            </p:cNvPr>
            <p:cNvSpPr/>
            <p:nvPr/>
          </p:nvSpPr>
          <p:spPr>
            <a:xfrm>
              <a:off x="1329653" y="1662825"/>
              <a:ext cx="769540" cy="769606"/>
            </a:xfrm>
            <a:custGeom>
              <a:avLst/>
              <a:gdLst/>
              <a:ahLst/>
              <a:cxnLst/>
              <a:rect l="l" t="t" r="r" b="b"/>
              <a:pathLst>
                <a:path w="13194" h="13194" extrusionOk="0">
                  <a:moveTo>
                    <a:pt x="6597" y="1"/>
                  </a:moveTo>
                  <a:cubicBezTo>
                    <a:pt x="2945" y="1"/>
                    <a:pt x="0" y="2968"/>
                    <a:pt x="0" y="6597"/>
                  </a:cubicBezTo>
                  <a:cubicBezTo>
                    <a:pt x="0" y="10249"/>
                    <a:pt x="2945" y="13194"/>
                    <a:pt x="6597" y="13194"/>
                  </a:cubicBezTo>
                  <a:cubicBezTo>
                    <a:pt x="10249" y="13194"/>
                    <a:pt x="13193" y="10249"/>
                    <a:pt x="13193" y="6597"/>
                  </a:cubicBezTo>
                  <a:cubicBezTo>
                    <a:pt x="13193" y="2968"/>
                    <a:pt x="10249" y="1"/>
                    <a:pt x="65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55;p32">
              <a:extLst>
                <a:ext uri="{FF2B5EF4-FFF2-40B4-BE49-F238E27FC236}">
                  <a16:creationId xmlns:a16="http://schemas.microsoft.com/office/drawing/2014/main" id="{D79CAB0C-C54A-76A4-36CB-52CB38292CF6}"/>
                </a:ext>
              </a:extLst>
            </p:cNvPr>
            <p:cNvSpPr/>
            <p:nvPr/>
          </p:nvSpPr>
          <p:spPr>
            <a:xfrm>
              <a:off x="1392237" y="1726752"/>
              <a:ext cx="643033" cy="643147"/>
            </a:xfrm>
            <a:custGeom>
              <a:avLst/>
              <a:gdLst/>
              <a:ahLst/>
              <a:cxnLst/>
              <a:rect l="l" t="t" r="r" b="b"/>
              <a:pathLst>
                <a:path w="11025" h="11026" extrusionOk="0">
                  <a:moveTo>
                    <a:pt x="5524" y="0"/>
                  </a:moveTo>
                  <a:cubicBezTo>
                    <a:pt x="2465" y="0"/>
                    <a:pt x="0" y="2466"/>
                    <a:pt x="0" y="5501"/>
                  </a:cubicBezTo>
                  <a:cubicBezTo>
                    <a:pt x="0" y="8560"/>
                    <a:pt x="2465" y="11025"/>
                    <a:pt x="5524" y="11025"/>
                  </a:cubicBezTo>
                  <a:cubicBezTo>
                    <a:pt x="8560" y="11025"/>
                    <a:pt x="11025" y="8560"/>
                    <a:pt x="11025" y="5501"/>
                  </a:cubicBezTo>
                  <a:cubicBezTo>
                    <a:pt x="11025" y="2466"/>
                    <a:pt x="8560" y="0"/>
                    <a:pt x="552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56;p32">
              <a:extLst>
                <a:ext uri="{FF2B5EF4-FFF2-40B4-BE49-F238E27FC236}">
                  <a16:creationId xmlns:a16="http://schemas.microsoft.com/office/drawing/2014/main" id="{54EA6E83-354D-0584-ED89-BC1F46D8A6F4}"/>
                </a:ext>
              </a:extLst>
            </p:cNvPr>
            <p:cNvSpPr/>
            <p:nvPr/>
          </p:nvSpPr>
          <p:spPr>
            <a:xfrm>
              <a:off x="1518690" y="3223201"/>
              <a:ext cx="387453" cy="387486"/>
            </a:xfrm>
            <a:custGeom>
              <a:avLst/>
              <a:gdLst/>
              <a:ahLst/>
              <a:cxnLst/>
              <a:rect l="l" t="t" r="r" b="b"/>
              <a:pathLst>
                <a:path w="6643" h="6643" extrusionOk="0">
                  <a:moveTo>
                    <a:pt x="3310" y="0"/>
                  </a:moveTo>
                  <a:cubicBezTo>
                    <a:pt x="1484" y="0"/>
                    <a:pt x="0" y="1484"/>
                    <a:pt x="0" y="3310"/>
                  </a:cubicBezTo>
                  <a:cubicBezTo>
                    <a:pt x="0" y="5159"/>
                    <a:pt x="1484" y="6642"/>
                    <a:pt x="3310" y="6642"/>
                  </a:cubicBezTo>
                  <a:cubicBezTo>
                    <a:pt x="5159" y="6642"/>
                    <a:pt x="6643" y="5159"/>
                    <a:pt x="6643" y="3310"/>
                  </a:cubicBezTo>
                  <a:cubicBezTo>
                    <a:pt x="6643" y="1484"/>
                    <a:pt x="5159" y="0"/>
                    <a:pt x="33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57;p32">
              <a:extLst>
                <a:ext uri="{FF2B5EF4-FFF2-40B4-BE49-F238E27FC236}">
                  <a16:creationId xmlns:a16="http://schemas.microsoft.com/office/drawing/2014/main" id="{21F4326C-2DD8-D4CF-22D9-01C5B39DB836}"/>
                </a:ext>
              </a:extLst>
            </p:cNvPr>
            <p:cNvSpPr/>
            <p:nvPr/>
          </p:nvSpPr>
          <p:spPr>
            <a:xfrm>
              <a:off x="1599881" y="3304393"/>
              <a:ext cx="225076" cy="223754"/>
            </a:xfrm>
            <a:custGeom>
              <a:avLst/>
              <a:gdLst/>
              <a:ahLst/>
              <a:cxnLst/>
              <a:rect l="l" t="t" r="r" b="b"/>
              <a:pathLst>
                <a:path w="3859" h="3836" extrusionOk="0">
                  <a:moveTo>
                    <a:pt x="1918" y="0"/>
                  </a:moveTo>
                  <a:cubicBezTo>
                    <a:pt x="868" y="0"/>
                    <a:pt x="1" y="868"/>
                    <a:pt x="1" y="1918"/>
                  </a:cubicBezTo>
                  <a:cubicBezTo>
                    <a:pt x="1" y="2990"/>
                    <a:pt x="868" y="3835"/>
                    <a:pt x="1918" y="3835"/>
                  </a:cubicBezTo>
                  <a:cubicBezTo>
                    <a:pt x="2991" y="3835"/>
                    <a:pt x="3858" y="2990"/>
                    <a:pt x="3858" y="1918"/>
                  </a:cubicBezTo>
                  <a:cubicBezTo>
                    <a:pt x="3858" y="868"/>
                    <a:pt x="2991" y="0"/>
                    <a:pt x="1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58;p32">
              <a:extLst>
                <a:ext uri="{FF2B5EF4-FFF2-40B4-BE49-F238E27FC236}">
                  <a16:creationId xmlns:a16="http://schemas.microsoft.com/office/drawing/2014/main" id="{D4F15265-14AE-EE24-295A-50A55FCC43CD}"/>
                </a:ext>
              </a:extLst>
            </p:cNvPr>
            <p:cNvSpPr txBox="1"/>
            <p:nvPr/>
          </p:nvSpPr>
          <p:spPr>
            <a:xfrm>
              <a:off x="847181" y="3977250"/>
              <a:ext cx="17331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6" name="Google Shape;959;p32">
              <a:extLst>
                <a:ext uri="{FF2B5EF4-FFF2-40B4-BE49-F238E27FC236}">
                  <a16:creationId xmlns:a16="http://schemas.microsoft.com/office/drawing/2014/main" id="{C2068FF3-357E-7827-BD8C-262D476FB2E5}"/>
                </a:ext>
              </a:extLst>
            </p:cNvPr>
            <p:cNvSpPr txBox="1"/>
            <p:nvPr/>
          </p:nvSpPr>
          <p:spPr>
            <a:xfrm>
              <a:off x="794405" y="4055094"/>
              <a:ext cx="1687500" cy="239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Políticos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Económicos</a:t>
              </a:r>
              <a:endParaRPr sz="1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7" name="Google Shape;960;p32">
              <a:extLst>
                <a:ext uri="{FF2B5EF4-FFF2-40B4-BE49-F238E27FC236}">
                  <a16:creationId xmlns:a16="http://schemas.microsoft.com/office/drawing/2014/main" id="{6BEAD962-E339-F3FC-5EAF-8A66963956C7}"/>
                </a:ext>
              </a:extLst>
            </p:cNvPr>
            <p:cNvSpPr/>
            <p:nvPr/>
          </p:nvSpPr>
          <p:spPr>
            <a:xfrm>
              <a:off x="1586846" y="2084578"/>
              <a:ext cx="250597" cy="68497"/>
            </a:xfrm>
            <a:custGeom>
              <a:avLst/>
              <a:gdLst/>
              <a:ahLst/>
              <a:cxnLst/>
              <a:rect l="l" t="t" r="r" b="b"/>
              <a:pathLst>
                <a:path w="9106" h="2489" extrusionOk="0">
                  <a:moveTo>
                    <a:pt x="1670" y="819"/>
                  </a:moveTo>
                  <a:lnTo>
                    <a:pt x="1670" y="1670"/>
                  </a:lnTo>
                  <a:lnTo>
                    <a:pt x="820" y="1670"/>
                  </a:lnTo>
                  <a:lnTo>
                    <a:pt x="820" y="819"/>
                  </a:lnTo>
                  <a:close/>
                  <a:moveTo>
                    <a:pt x="3309" y="819"/>
                  </a:moveTo>
                  <a:lnTo>
                    <a:pt x="3309" y="1670"/>
                  </a:lnTo>
                  <a:lnTo>
                    <a:pt x="2489" y="1670"/>
                  </a:lnTo>
                  <a:lnTo>
                    <a:pt x="2489" y="819"/>
                  </a:lnTo>
                  <a:close/>
                  <a:moveTo>
                    <a:pt x="4978" y="819"/>
                  </a:moveTo>
                  <a:lnTo>
                    <a:pt x="4978" y="1670"/>
                  </a:lnTo>
                  <a:lnTo>
                    <a:pt x="4128" y="1670"/>
                  </a:lnTo>
                  <a:lnTo>
                    <a:pt x="4128" y="819"/>
                  </a:lnTo>
                  <a:close/>
                  <a:moveTo>
                    <a:pt x="6617" y="819"/>
                  </a:moveTo>
                  <a:lnTo>
                    <a:pt x="6617" y="1670"/>
                  </a:lnTo>
                  <a:lnTo>
                    <a:pt x="5798" y="1670"/>
                  </a:lnTo>
                  <a:lnTo>
                    <a:pt x="5798" y="819"/>
                  </a:lnTo>
                  <a:close/>
                  <a:moveTo>
                    <a:pt x="8286" y="819"/>
                  </a:moveTo>
                  <a:lnTo>
                    <a:pt x="8286" y="1670"/>
                  </a:lnTo>
                  <a:lnTo>
                    <a:pt x="7436" y="1670"/>
                  </a:lnTo>
                  <a:lnTo>
                    <a:pt x="7436" y="819"/>
                  </a:lnTo>
                  <a:close/>
                  <a:moveTo>
                    <a:pt x="410" y="0"/>
                  </a:moveTo>
                  <a:cubicBezTo>
                    <a:pt x="158" y="0"/>
                    <a:pt x="1" y="189"/>
                    <a:pt x="1" y="410"/>
                  </a:cubicBezTo>
                  <a:lnTo>
                    <a:pt x="1" y="2048"/>
                  </a:lnTo>
                  <a:cubicBezTo>
                    <a:pt x="1" y="2300"/>
                    <a:pt x="190" y="2489"/>
                    <a:pt x="410" y="2489"/>
                  </a:cubicBezTo>
                  <a:lnTo>
                    <a:pt x="8664" y="2489"/>
                  </a:lnTo>
                  <a:cubicBezTo>
                    <a:pt x="8917" y="2489"/>
                    <a:pt x="9106" y="2300"/>
                    <a:pt x="9106" y="2048"/>
                  </a:cubicBezTo>
                  <a:lnTo>
                    <a:pt x="9106" y="410"/>
                  </a:lnTo>
                  <a:cubicBezTo>
                    <a:pt x="9106" y="158"/>
                    <a:pt x="8917" y="0"/>
                    <a:pt x="86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61;p32">
              <a:extLst>
                <a:ext uri="{FF2B5EF4-FFF2-40B4-BE49-F238E27FC236}">
                  <a16:creationId xmlns:a16="http://schemas.microsoft.com/office/drawing/2014/main" id="{B6AC32D8-AE85-92BE-3E00-A8B9060097B6}"/>
                </a:ext>
              </a:extLst>
            </p:cNvPr>
            <p:cNvSpPr/>
            <p:nvPr/>
          </p:nvSpPr>
          <p:spPr>
            <a:xfrm>
              <a:off x="1534834" y="1940648"/>
              <a:ext cx="351155" cy="283539"/>
            </a:xfrm>
            <a:custGeom>
              <a:avLst/>
              <a:gdLst/>
              <a:ahLst/>
              <a:cxnLst/>
              <a:rect l="l" t="t" r="r" b="b"/>
              <a:pathLst>
                <a:path w="12760" h="10303" extrusionOk="0">
                  <a:moveTo>
                    <a:pt x="8633" y="1639"/>
                  </a:moveTo>
                  <a:lnTo>
                    <a:pt x="8633" y="3592"/>
                  </a:lnTo>
                  <a:lnTo>
                    <a:pt x="7814" y="3592"/>
                  </a:lnTo>
                  <a:lnTo>
                    <a:pt x="7814" y="1639"/>
                  </a:lnTo>
                  <a:close/>
                  <a:moveTo>
                    <a:pt x="11941" y="819"/>
                  </a:moveTo>
                  <a:lnTo>
                    <a:pt x="11941" y="3592"/>
                  </a:lnTo>
                  <a:lnTo>
                    <a:pt x="11122" y="3592"/>
                  </a:lnTo>
                  <a:lnTo>
                    <a:pt x="11122" y="819"/>
                  </a:lnTo>
                  <a:close/>
                  <a:moveTo>
                    <a:pt x="5041" y="3119"/>
                  </a:moveTo>
                  <a:lnTo>
                    <a:pt x="5041" y="3970"/>
                  </a:lnTo>
                  <a:cubicBezTo>
                    <a:pt x="5041" y="4222"/>
                    <a:pt x="5230" y="4411"/>
                    <a:pt x="5482" y="4411"/>
                  </a:cubicBezTo>
                  <a:lnTo>
                    <a:pt x="11941" y="4411"/>
                  </a:lnTo>
                  <a:lnTo>
                    <a:pt x="11941" y="9357"/>
                  </a:lnTo>
                  <a:lnTo>
                    <a:pt x="914" y="9357"/>
                  </a:lnTo>
                  <a:lnTo>
                    <a:pt x="914" y="4222"/>
                  </a:lnTo>
                  <a:lnTo>
                    <a:pt x="2552" y="3119"/>
                  </a:lnTo>
                  <a:lnTo>
                    <a:pt x="2552" y="3970"/>
                  </a:lnTo>
                  <a:cubicBezTo>
                    <a:pt x="2552" y="4207"/>
                    <a:pt x="2767" y="4373"/>
                    <a:pt x="2980" y="4373"/>
                  </a:cubicBezTo>
                  <a:cubicBezTo>
                    <a:pt x="3050" y="4373"/>
                    <a:pt x="3120" y="4355"/>
                    <a:pt x="3182" y="4316"/>
                  </a:cubicBezTo>
                  <a:lnTo>
                    <a:pt x="5041" y="3119"/>
                  </a:lnTo>
                  <a:close/>
                  <a:moveTo>
                    <a:pt x="10712" y="0"/>
                  </a:moveTo>
                  <a:cubicBezTo>
                    <a:pt x="10491" y="0"/>
                    <a:pt x="10334" y="189"/>
                    <a:pt x="10334" y="441"/>
                  </a:cubicBezTo>
                  <a:lnTo>
                    <a:pt x="10334" y="3592"/>
                  </a:lnTo>
                  <a:lnTo>
                    <a:pt x="9483" y="3592"/>
                  </a:lnTo>
                  <a:lnTo>
                    <a:pt x="9483" y="1261"/>
                  </a:lnTo>
                  <a:cubicBezTo>
                    <a:pt x="9483" y="1008"/>
                    <a:pt x="9294" y="819"/>
                    <a:pt x="9074" y="819"/>
                  </a:cubicBezTo>
                  <a:lnTo>
                    <a:pt x="7404" y="819"/>
                  </a:lnTo>
                  <a:cubicBezTo>
                    <a:pt x="7183" y="819"/>
                    <a:pt x="6963" y="1008"/>
                    <a:pt x="6963" y="1261"/>
                  </a:cubicBezTo>
                  <a:lnTo>
                    <a:pt x="6963" y="3592"/>
                  </a:lnTo>
                  <a:lnTo>
                    <a:pt x="5860" y="3592"/>
                  </a:lnTo>
                  <a:lnTo>
                    <a:pt x="5860" y="2363"/>
                  </a:lnTo>
                  <a:cubicBezTo>
                    <a:pt x="5860" y="2206"/>
                    <a:pt x="5797" y="2080"/>
                    <a:pt x="5640" y="2017"/>
                  </a:cubicBezTo>
                  <a:cubicBezTo>
                    <a:pt x="5581" y="1973"/>
                    <a:pt x="5509" y="1949"/>
                    <a:pt x="5436" y="1949"/>
                  </a:cubicBezTo>
                  <a:cubicBezTo>
                    <a:pt x="5352" y="1949"/>
                    <a:pt x="5266" y="1981"/>
                    <a:pt x="5199" y="2048"/>
                  </a:cubicBezTo>
                  <a:lnTo>
                    <a:pt x="3340" y="3245"/>
                  </a:lnTo>
                  <a:lnTo>
                    <a:pt x="3340" y="2395"/>
                  </a:lnTo>
                  <a:cubicBezTo>
                    <a:pt x="3340" y="2237"/>
                    <a:pt x="3277" y="2111"/>
                    <a:pt x="3119" y="2048"/>
                  </a:cubicBezTo>
                  <a:cubicBezTo>
                    <a:pt x="3061" y="2004"/>
                    <a:pt x="2989" y="1981"/>
                    <a:pt x="2916" y="1981"/>
                  </a:cubicBezTo>
                  <a:cubicBezTo>
                    <a:pt x="2831" y="1981"/>
                    <a:pt x="2746" y="2012"/>
                    <a:pt x="2678" y="2080"/>
                  </a:cubicBezTo>
                  <a:lnTo>
                    <a:pt x="189" y="3718"/>
                  </a:lnTo>
                  <a:cubicBezTo>
                    <a:pt x="95" y="3812"/>
                    <a:pt x="0" y="3938"/>
                    <a:pt x="0" y="4096"/>
                  </a:cubicBezTo>
                  <a:lnTo>
                    <a:pt x="0" y="9861"/>
                  </a:lnTo>
                  <a:cubicBezTo>
                    <a:pt x="0" y="10113"/>
                    <a:pt x="189" y="10302"/>
                    <a:pt x="441" y="10302"/>
                  </a:cubicBezTo>
                  <a:lnTo>
                    <a:pt x="12287" y="10302"/>
                  </a:lnTo>
                  <a:cubicBezTo>
                    <a:pt x="12539" y="10302"/>
                    <a:pt x="12697" y="10113"/>
                    <a:pt x="12697" y="9861"/>
                  </a:cubicBezTo>
                  <a:lnTo>
                    <a:pt x="12697" y="504"/>
                  </a:lnTo>
                  <a:cubicBezTo>
                    <a:pt x="12760" y="158"/>
                    <a:pt x="12602" y="0"/>
                    <a:pt x="123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62;p32">
              <a:extLst>
                <a:ext uri="{FF2B5EF4-FFF2-40B4-BE49-F238E27FC236}">
                  <a16:creationId xmlns:a16="http://schemas.microsoft.com/office/drawing/2014/main" id="{DB4B84F3-2854-5ECC-47E6-26632558E76E}"/>
                </a:ext>
              </a:extLst>
            </p:cNvPr>
            <p:cNvSpPr/>
            <p:nvPr/>
          </p:nvSpPr>
          <p:spPr>
            <a:xfrm>
              <a:off x="1732510" y="1872481"/>
              <a:ext cx="117070" cy="45325"/>
            </a:xfrm>
            <a:custGeom>
              <a:avLst/>
              <a:gdLst/>
              <a:ahLst/>
              <a:cxnLst/>
              <a:rect l="l" t="t" r="r" b="b"/>
              <a:pathLst>
                <a:path w="4254" h="1647" extrusionOk="0">
                  <a:moveTo>
                    <a:pt x="1291" y="0"/>
                  </a:moveTo>
                  <a:cubicBezTo>
                    <a:pt x="890" y="0"/>
                    <a:pt x="485" y="181"/>
                    <a:pt x="158" y="556"/>
                  </a:cubicBezTo>
                  <a:cubicBezTo>
                    <a:pt x="0" y="713"/>
                    <a:pt x="32" y="965"/>
                    <a:pt x="189" y="1123"/>
                  </a:cubicBezTo>
                  <a:cubicBezTo>
                    <a:pt x="265" y="1198"/>
                    <a:pt x="369" y="1237"/>
                    <a:pt x="474" y="1237"/>
                  </a:cubicBezTo>
                  <a:cubicBezTo>
                    <a:pt x="589" y="1237"/>
                    <a:pt x="706" y="1190"/>
                    <a:pt x="788" y="1091"/>
                  </a:cubicBezTo>
                  <a:cubicBezTo>
                    <a:pt x="946" y="918"/>
                    <a:pt x="1119" y="831"/>
                    <a:pt x="1292" y="831"/>
                  </a:cubicBezTo>
                  <a:cubicBezTo>
                    <a:pt x="1465" y="831"/>
                    <a:pt x="1639" y="918"/>
                    <a:pt x="1796" y="1091"/>
                  </a:cubicBezTo>
                  <a:cubicBezTo>
                    <a:pt x="2115" y="1457"/>
                    <a:pt x="2530" y="1646"/>
                    <a:pt x="2948" y="1646"/>
                  </a:cubicBezTo>
                  <a:cubicBezTo>
                    <a:pt x="3357" y="1646"/>
                    <a:pt x="3769" y="1465"/>
                    <a:pt x="4096" y="1091"/>
                  </a:cubicBezTo>
                  <a:cubicBezTo>
                    <a:pt x="4254" y="902"/>
                    <a:pt x="4191" y="650"/>
                    <a:pt x="4033" y="493"/>
                  </a:cubicBezTo>
                  <a:cubicBezTo>
                    <a:pt x="3975" y="420"/>
                    <a:pt x="3885" y="381"/>
                    <a:pt x="3788" y="381"/>
                  </a:cubicBezTo>
                  <a:cubicBezTo>
                    <a:pt x="3674" y="381"/>
                    <a:pt x="3551" y="436"/>
                    <a:pt x="3466" y="556"/>
                  </a:cubicBezTo>
                  <a:cubicBezTo>
                    <a:pt x="3308" y="729"/>
                    <a:pt x="3127" y="815"/>
                    <a:pt x="2946" y="815"/>
                  </a:cubicBezTo>
                  <a:cubicBezTo>
                    <a:pt x="2765" y="815"/>
                    <a:pt x="2584" y="729"/>
                    <a:pt x="2426" y="556"/>
                  </a:cubicBezTo>
                  <a:cubicBezTo>
                    <a:pt x="2108" y="189"/>
                    <a:pt x="1701" y="0"/>
                    <a:pt x="12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9" name="Gráfico 118" descr="Sostenibilidad con relleno sólido">
            <a:extLst>
              <a:ext uri="{FF2B5EF4-FFF2-40B4-BE49-F238E27FC236}">
                <a16:creationId xmlns:a16="http://schemas.microsoft.com/office/drawing/2014/main" id="{D29A2E18-B35C-7CAB-0463-D209A111FC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3907" y="1796151"/>
            <a:ext cx="328749" cy="328749"/>
          </a:xfrm>
          <a:prstGeom prst="rect">
            <a:avLst/>
          </a:prstGeom>
        </p:spPr>
      </p:pic>
      <p:pic>
        <p:nvPicPr>
          <p:cNvPr id="121" name="Gráfico 120" descr="Niños contorno">
            <a:extLst>
              <a:ext uri="{FF2B5EF4-FFF2-40B4-BE49-F238E27FC236}">
                <a16:creationId xmlns:a16="http://schemas.microsoft.com/office/drawing/2014/main" id="{57FBB961-BD0B-653D-4192-068906942F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74806" y="3899853"/>
            <a:ext cx="470489" cy="470489"/>
          </a:xfrm>
          <a:prstGeom prst="rect">
            <a:avLst/>
          </a:prstGeom>
        </p:spPr>
      </p:pic>
      <p:sp>
        <p:nvSpPr>
          <p:cNvPr id="122" name="Rectángulo 121">
            <a:extLst>
              <a:ext uri="{FF2B5EF4-FFF2-40B4-BE49-F238E27FC236}">
                <a16:creationId xmlns:a16="http://schemas.microsoft.com/office/drawing/2014/main" id="{621D860D-08F8-72E1-0F62-DA9AB249B374}"/>
              </a:ext>
            </a:extLst>
          </p:cNvPr>
          <p:cNvSpPr/>
          <p:nvPr/>
        </p:nvSpPr>
        <p:spPr>
          <a:xfrm>
            <a:off x="0" y="901128"/>
            <a:ext cx="221742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Matriz PESTEL</a:t>
            </a:r>
          </a:p>
        </p:txBody>
      </p:sp>
    </p:spTree>
    <p:extLst>
      <p:ext uri="{BB962C8B-B14F-4D97-AF65-F5344CB8AC3E}">
        <p14:creationId xmlns:p14="http://schemas.microsoft.com/office/powerpoint/2010/main" val="42624370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D40F2AD-7202-A948-0750-06E19D8E4888}"/>
              </a:ext>
            </a:extLst>
          </p:cNvPr>
          <p:cNvSpPr txBox="1"/>
          <p:nvPr/>
        </p:nvSpPr>
        <p:spPr>
          <a:xfrm>
            <a:off x="2286000" y="24178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ACFD79-7E71-192E-06D6-93F9022F203F}"/>
              </a:ext>
            </a:extLst>
          </p:cNvPr>
          <p:cNvSpPr txBox="1"/>
          <p:nvPr/>
        </p:nvSpPr>
        <p:spPr>
          <a:xfrm>
            <a:off x="2286000" y="24178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5E8EA0A-09C2-7C1E-806F-D9F8CABC1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419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2FC80CC-CB72-4412-1B2F-84FFC38EAEAD}"/>
              </a:ext>
            </a:extLst>
          </p:cNvPr>
          <p:cNvSpPr txBox="1"/>
          <p:nvPr/>
        </p:nvSpPr>
        <p:spPr>
          <a:xfrm>
            <a:off x="2286000" y="24178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A538914-6D2B-F864-C007-9AF7F5B7A4C9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IV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87420D6-A767-9060-F6A2-FE9EA550A31E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Análisis Externo</a:t>
            </a:r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571F6CCF-8FAD-B4CA-DA30-C40CA4404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484" y="644998"/>
            <a:ext cx="4704000" cy="4161282"/>
          </a:xfrm>
          <a:prstGeom prst="rect">
            <a:avLst/>
          </a:prstGeom>
        </p:spPr>
      </p:pic>
      <p:pic>
        <p:nvPicPr>
          <p:cNvPr id="42" name="Imagen 41" descr="Gráfico&#10;&#10;Descripción generada automáticamente">
            <a:extLst>
              <a:ext uri="{FF2B5EF4-FFF2-40B4-BE49-F238E27FC236}">
                <a16:creationId xmlns:a16="http://schemas.microsoft.com/office/drawing/2014/main" id="{05026E28-DBCF-77DE-4D9E-797F925935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79" y="2835180"/>
            <a:ext cx="3042768" cy="1900107"/>
          </a:xfrm>
          <a:prstGeom prst="rect">
            <a:avLst/>
          </a:prstGeom>
        </p:spPr>
      </p:pic>
      <p:sp>
        <p:nvSpPr>
          <p:cNvPr id="43" name="Rectángulo 42">
            <a:extLst>
              <a:ext uri="{FF2B5EF4-FFF2-40B4-BE49-F238E27FC236}">
                <a16:creationId xmlns:a16="http://schemas.microsoft.com/office/drawing/2014/main" id="{CB8392E5-FBCB-6D15-EC43-991979D60320}"/>
              </a:ext>
            </a:extLst>
          </p:cNvPr>
          <p:cNvSpPr/>
          <p:nvPr/>
        </p:nvSpPr>
        <p:spPr>
          <a:xfrm>
            <a:off x="0" y="901128"/>
            <a:ext cx="221742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Matriz PEYEA</a:t>
            </a:r>
          </a:p>
        </p:txBody>
      </p:sp>
      <p:grpSp>
        <p:nvGrpSpPr>
          <p:cNvPr id="44" name="Google Shape;631;p27">
            <a:extLst>
              <a:ext uri="{FF2B5EF4-FFF2-40B4-BE49-F238E27FC236}">
                <a16:creationId xmlns:a16="http://schemas.microsoft.com/office/drawing/2014/main" id="{EF4D1608-5E7E-04B4-51E4-4FC13A55E8AF}"/>
              </a:ext>
            </a:extLst>
          </p:cNvPr>
          <p:cNvGrpSpPr/>
          <p:nvPr/>
        </p:nvGrpSpPr>
        <p:grpSpPr>
          <a:xfrm>
            <a:off x="252952" y="1494515"/>
            <a:ext cx="1011699" cy="1031932"/>
            <a:chOff x="786675" y="1476850"/>
            <a:chExt cx="2222593" cy="1951233"/>
          </a:xfrm>
        </p:grpSpPr>
        <p:sp>
          <p:nvSpPr>
            <p:cNvPr id="45" name="Google Shape;632;p27">
              <a:extLst>
                <a:ext uri="{FF2B5EF4-FFF2-40B4-BE49-F238E27FC236}">
                  <a16:creationId xmlns:a16="http://schemas.microsoft.com/office/drawing/2014/main" id="{9569F773-3C23-4F57-0E33-16518D07D9B3}"/>
                </a:ext>
              </a:extLst>
            </p:cNvPr>
            <p:cNvSpPr/>
            <p:nvPr/>
          </p:nvSpPr>
          <p:spPr>
            <a:xfrm>
              <a:off x="786675" y="1476850"/>
              <a:ext cx="2222593" cy="1267066"/>
            </a:xfrm>
            <a:custGeom>
              <a:avLst/>
              <a:gdLst/>
              <a:ahLst/>
              <a:cxnLst/>
              <a:rect l="l" t="t" r="r" b="b"/>
              <a:pathLst>
                <a:path w="32311" h="18420" extrusionOk="0">
                  <a:moveTo>
                    <a:pt x="0" y="0"/>
                  </a:moveTo>
                  <a:lnTo>
                    <a:pt x="7964" y="9210"/>
                  </a:lnTo>
                  <a:lnTo>
                    <a:pt x="0" y="18420"/>
                  </a:lnTo>
                  <a:lnTo>
                    <a:pt x="24347" y="18420"/>
                  </a:lnTo>
                  <a:lnTo>
                    <a:pt x="32311" y="9210"/>
                  </a:lnTo>
                  <a:lnTo>
                    <a:pt x="243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33;p27">
              <a:extLst>
                <a:ext uri="{FF2B5EF4-FFF2-40B4-BE49-F238E27FC236}">
                  <a16:creationId xmlns:a16="http://schemas.microsoft.com/office/drawing/2014/main" id="{7E0C854F-A078-C8A9-00ED-C72496AAC014}"/>
                </a:ext>
              </a:extLst>
            </p:cNvPr>
            <p:cNvSpPr/>
            <p:nvPr/>
          </p:nvSpPr>
          <p:spPr>
            <a:xfrm>
              <a:off x="1774455" y="2743857"/>
              <a:ext cx="69" cy="499810"/>
            </a:xfrm>
            <a:custGeom>
              <a:avLst/>
              <a:gdLst/>
              <a:ahLst/>
              <a:cxnLst/>
              <a:rect l="l" t="t" r="r" b="b"/>
              <a:pathLst>
                <a:path w="1" h="7266" fill="none" extrusionOk="0">
                  <a:moveTo>
                    <a:pt x="0" y="1"/>
                  </a:moveTo>
                  <a:lnTo>
                    <a:pt x="0" y="7265"/>
                  </a:lnTo>
                </a:path>
              </a:pathLst>
            </a:custGeom>
            <a:noFill/>
            <a:ln w="8350" cap="flat" cmpd="sng">
              <a:solidFill>
                <a:schemeClr val="dk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34;p27">
              <a:extLst>
                <a:ext uri="{FF2B5EF4-FFF2-40B4-BE49-F238E27FC236}">
                  <a16:creationId xmlns:a16="http://schemas.microsoft.com/office/drawing/2014/main" id="{5227AE8A-0504-6C56-AFAB-536D4B304872}"/>
                </a:ext>
              </a:extLst>
            </p:cNvPr>
            <p:cNvSpPr/>
            <p:nvPr/>
          </p:nvSpPr>
          <p:spPr>
            <a:xfrm>
              <a:off x="1523517" y="3243601"/>
              <a:ext cx="499810" cy="69"/>
            </a:xfrm>
            <a:custGeom>
              <a:avLst/>
              <a:gdLst/>
              <a:ahLst/>
              <a:cxnLst/>
              <a:rect l="l" t="t" r="r" b="b"/>
              <a:pathLst>
                <a:path w="7266" h="1" fill="none" extrusionOk="0">
                  <a:moveTo>
                    <a:pt x="7266" y="0"/>
                  </a:moveTo>
                  <a:lnTo>
                    <a:pt x="1" y="0"/>
                  </a:lnTo>
                </a:path>
              </a:pathLst>
            </a:custGeom>
            <a:noFill/>
            <a:ln w="8350" cap="flat" cmpd="sng">
              <a:solidFill>
                <a:schemeClr val="dk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636;p27">
              <a:extLst>
                <a:ext uri="{FF2B5EF4-FFF2-40B4-BE49-F238E27FC236}">
                  <a16:creationId xmlns:a16="http://schemas.microsoft.com/office/drawing/2014/main" id="{2DD06ED2-46BB-F7A7-D51B-BDA0E2BAAAD7}"/>
                </a:ext>
              </a:extLst>
            </p:cNvPr>
            <p:cNvSpPr txBox="1"/>
            <p:nvPr/>
          </p:nvSpPr>
          <p:spPr>
            <a:xfrm>
              <a:off x="924605" y="3188684"/>
              <a:ext cx="1733099" cy="239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FF</a:t>
              </a:r>
              <a:endParaRPr sz="1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50" name="Google Shape;637;p27">
              <a:extLst>
                <a:ext uri="{FF2B5EF4-FFF2-40B4-BE49-F238E27FC236}">
                  <a16:creationId xmlns:a16="http://schemas.microsoft.com/office/drawing/2014/main" id="{DE97A575-769B-7E32-FDA4-385A847C3CA3}"/>
                </a:ext>
              </a:extLst>
            </p:cNvPr>
            <p:cNvGrpSpPr/>
            <p:nvPr/>
          </p:nvGrpSpPr>
          <p:grpSpPr>
            <a:xfrm>
              <a:off x="1649220" y="1860477"/>
              <a:ext cx="497513" cy="499811"/>
              <a:chOff x="1649220" y="1860477"/>
              <a:chExt cx="497513" cy="499811"/>
            </a:xfrm>
          </p:grpSpPr>
          <p:sp>
            <p:nvSpPr>
              <p:cNvPr id="51" name="Google Shape;638;p27">
                <a:extLst>
                  <a:ext uri="{FF2B5EF4-FFF2-40B4-BE49-F238E27FC236}">
                    <a16:creationId xmlns:a16="http://schemas.microsoft.com/office/drawing/2014/main" id="{735EA680-BF68-A203-1E34-19708099C351}"/>
                  </a:ext>
                </a:extLst>
              </p:cNvPr>
              <p:cNvSpPr/>
              <p:nvPr/>
            </p:nvSpPr>
            <p:spPr>
              <a:xfrm>
                <a:off x="1732344" y="1860477"/>
                <a:ext cx="325561" cy="499811"/>
              </a:xfrm>
              <a:custGeom>
                <a:avLst/>
                <a:gdLst/>
                <a:ahLst/>
                <a:cxnLst/>
                <a:rect l="l" t="t" r="r" b="b"/>
                <a:pathLst>
                  <a:path w="7649" h="11743" extrusionOk="0">
                    <a:moveTo>
                      <a:pt x="3813" y="684"/>
                    </a:moveTo>
                    <a:cubicBezTo>
                      <a:pt x="5545" y="684"/>
                      <a:pt x="6900" y="2039"/>
                      <a:pt x="6900" y="3740"/>
                    </a:cubicBezTo>
                    <a:cubicBezTo>
                      <a:pt x="6931" y="4780"/>
                      <a:pt x="6553" y="5347"/>
                      <a:pt x="6270" y="5788"/>
                    </a:cubicBezTo>
                    <a:cubicBezTo>
                      <a:pt x="5797" y="6544"/>
                      <a:pt x="5608" y="6922"/>
                      <a:pt x="5608" y="7930"/>
                    </a:cubicBezTo>
                    <a:cubicBezTo>
                      <a:pt x="5608" y="8119"/>
                      <a:pt x="5451" y="8277"/>
                      <a:pt x="5230" y="8277"/>
                    </a:cubicBezTo>
                    <a:lnTo>
                      <a:pt x="2489" y="8277"/>
                    </a:lnTo>
                    <a:cubicBezTo>
                      <a:pt x="2300" y="8277"/>
                      <a:pt x="2143" y="8119"/>
                      <a:pt x="2143" y="7930"/>
                    </a:cubicBezTo>
                    <a:cubicBezTo>
                      <a:pt x="2143" y="6922"/>
                      <a:pt x="1922" y="6576"/>
                      <a:pt x="1450" y="5820"/>
                    </a:cubicBezTo>
                    <a:cubicBezTo>
                      <a:pt x="1198" y="5347"/>
                      <a:pt x="567" y="4528"/>
                      <a:pt x="788" y="3205"/>
                    </a:cubicBezTo>
                    <a:cubicBezTo>
                      <a:pt x="1040" y="1819"/>
                      <a:pt x="2237" y="684"/>
                      <a:pt x="3813" y="684"/>
                    </a:cubicBezTo>
                    <a:close/>
                    <a:moveTo>
                      <a:pt x="4852" y="8907"/>
                    </a:moveTo>
                    <a:lnTo>
                      <a:pt x="4852" y="9569"/>
                    </a:lnTo>
                    <a:lnTo>
                      <a:pt x="4506" y="9569"/>
                    </a:lnTo>
                    <a:cubicBezTo>
                      <a:pt x="4285" y="9569"/>
                      <a:pt x="4128" y="9726"/>
                      <a:pt x="4128" y="9915"/>
                    </a:cubicBezTo>
                    <a:cubicBezTo>
                      <a:pt x="4128" y="10136"/>
                      <a:pt x="4285" y="10293"/>
                      <a:pt x="4506" y="10293"/>
                    </a:cubicBezTo>
                    <a:lnTo>
                      <a:pt x="4852" y="10293"/>
                    </a:lnTo>
                    <a:lnTo>
                      <a:pt x="4852" y="10640"/>
                    </a:lnTo>
                    <a:cubicBezTo>
                      <a:pt x="4884" y="10829"/>
                      <a:pt x="4726" y="10986"/>
                      <a:pt x="4537" y="10986"/>
                    </a:cubicBezTo>
                    <a:lnTo>
                      <a:pt x="3151" y="10986"/>
                    </a:lnTo>
                    <a:cubicBezTo>
                      <a:pt x="2962" y="10986"/>
                      <a:pt x="2804" y="10829"/>
                      <a:pt x="2804" y="10640"/>
                    </a:cubicBezTo>
                    <a:lnTo>
                      <a:pt x="2804" y="10293"/>
                    </a:lnTo>
                    <a:lnTo>
                      <a:pt x="3151" y="10293"/>
                    </a:lnTo>
                    <a:cubicBezTo>
                      <a:pt x="3371" y="10293"/>
                      <a:pt x="3529" y="10136"/>
                      <a:pt x="3529" y="9915"/>
                    </a:cubicBezTo>
                    <a:cubicBezTo>
                      <a:pt x="3529" y="9726"/>
                      <a:pt x="3371" y="9569"/>
                      <a:pt x="3151" y="9569"/>
                    </a:cubicBezTo>
                    <a:lnTo>
                      <a:pt x="2804" y="9569"/>
                    </a:lnTo>
                    <a:lnTo>
                      <a:pt x="2804" y="8907"/>
                    </a:lnTo>
                    <a:close/>
                    <a:moveTo>
                      <a:pt x="3897" y="1"/>
                    </a:moveTo>
                    <a:cubicBezTo>
                      <a:pt x="3632" y="1"/>
                      <a:pt x="3361" y="28"/>
                      <a:pt x="3088" y="86"/>
                    </a:cubicBezTo>
                    <a:cubicBezTo>
                      <a:pt x="1607" y="401"/>
                      <a:pt x="441" y="1566"/>
                      <a:pt x="158" y="3079"/>
                    </a:cubicBezTo>
                    <a:cubicBezTo>
                      <a:pt x="0" y="3992"/>
                      <a:pt x="158" y="4969"/>
                      <a:pt x="631" y="5757"/>
                    </a:cubicBezTo>
                    <a:cubicBezTo>
                      <a:pt x="757" y="5914"/>
                      <a:pt x="820" y="6072"/>
                      <a:pt x="914" y="6229"/>
                    </a:cubicBezTo>
                    <a:cubicBezTo>
                      <a:pt x="1355" y="6891"/>
                      <a:pt x="1450" y="7143"/>
                      <a:pt x="1450" y="7962"/>
                    </a:cubicBezTo>
                    <a:cubicBezTo>
                      <a:pt x="1450" y="8403"/>
                      <a:pt x="1733" y="8781"/>
                      <a:pt x="2143" y="8939"/>
                    </a:cubicBezTo>
                    <a:lnTo>
                      <a:pt x="2143" y="10703"/>
                    </a:lnTo>
                    <a:cubicBezTo>
                      <a:pt x="2143" y="11270"/>
                      <a:pt x="2615" y="11743"/>
                      <a:pt x="3151" y="11743"/>
                    </a:cubicBezTo>
                    <a:lnTo>
                      <a:pt x="4537" y="11743"/>
                    </a:lnTo>
                    <a:cubicBezTo>
                      <a:pt x="5073" y="11743"/>
                      <a:pt x="5545" y="11270"/>
                      <a:pt x="5545" y="10703"/>
                    </a:cubicBezTo>
                    <a:lnTo>
                      <a:pt x="5545" y="8939"/>
                    </a:lnTo>
                    <a:cubicBezTo>
                      <a:pt x="5955" y="8781"/>
                      <a:pt x="6238" y="8435"/>
                      <a:pt x="6238" y="7962"/>
                    </a:cubicBezTo>
                    <a:lnTo>
                      <a:pt x="6238" y="7930"/>
                    </a:lnTo>
                    <a:cubicBezTo>
                      <a:pt x="6238" y="7143"/>
                      <a:pt x="6427" y="6828"/>
                      <a:pt x="6805" y="6229"/>
                    </a:cubicBezTo>
                    <a:cubicBezTo>
                      <a:pt x="7089" y="5788"/>
                      <a:pt x="7593" y="5032"/>
                      <a:pt x="7593" y="3835"/>
                    </a:cubicBezTo>
                    <a:cubicBezTo>
                      <a:pt x="7649" y="1658"/>
                      <a:pt x="5950" y="1"/>
                      <a:pt x="389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639;p27">
                <a:extLst>
                  <a:ext uri="{FF2B5EF4-FFF2-40B4-BE49-F238E27FC236}">
                    <a16:creationId xmlns:a16="http://schemas.microsoft.com/office/drawing/2014/main" id="{4B823338-0B24-AFF0-9598-8FA60266079B}"/>
                  </a:ext>
                </a:extLst>
              </p:cNvPr>
              <p:cNvSpPr/>
              <p:nvPr/>
            </p:nvSpPr>
            <p:spPr>
              <a:xfrm>
                <a:off x="2087699" y="2007573"/>
                <a:ext cx="59034" cy="309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cubicBezTo>
                      <a:pt x="0" y="568"/>
                      <a:pt x="158" y="725"/>
                      <a:pt x="347" y="725"/>
                    </a:cubicBezTo>
                    <a:lnTo>
                      <a:pt x="1040" y="725"/>
                    </a:lnTo>
                    <a:cubicBezTo>
                      <a:pt x="1229" y="725"/>
                      <a:pt x="1386" y="568"/>
                      <a:pt x="1386" y="379"/>
                    </a:cubicBezTo>
                    <a:cubicBezTo>
                      <a:pt x="1386" y="158"/>
                      <a:pt x="1229" y="1"/>
                      <a:pt x="10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640;p27">
                <a:extLst>
                  <a:ext uri="{FF2B5EF4-FFF2-40B4-BE49-F238E27FC236}">
                    <a16:creationId xmlns:a16="http://schemas.microsoft.com/office/drawing/2014/main" id="{E6DF6DDC-8282-6131-D3E2-3789B1F91896}"/>
                  </a:ext>
                </a:extLst>
              </p:cNvPr>
              <p:cNvSpPr/>
              <p:nvPr/>
            </p:nvSpPr>
            <p:spPr>
              <a:xfrm>
                <a:off x="1649220" y="2007573"/>
                <a:ext cx="59034" cy="309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cubicBezTo>
                      <a:pt x="0" y="568"/>
                      <a:pt x="158" y="725"/>
                      <a:pt x="347" y="725"/>
                    </a:cubicBezTo>
                    <a:lnTo>
                      <a:pt x="1008" y="725"/>
                    </a:lnTo>
                    <a:cubicBezTo>
                      <a:pt x="1197" y="694"/>
                      <a:pt x="1386" y="536"/>
                      <a:pt x="1386" y="379"/>
                    </a:cubicBezTo>
                    <a:cubicBezTo>
                      <a:pt x="1386" y="158"/>
                      <a:pt x="1197" y="1"/>
                      <a:pt x="100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641;p27">
                <a:extLst>
                  <a:ext uri="{FF2B5EF4-FFF2-40B4-BE49-F238E27FC236}">
                    <a16:creationId xmlns:a16="http://schemas.microsoft.com/office/drawing/2014/main" id="{037BE3A0-67C5-5A56-95FB-855949D7CF3D}"/>
                  </a:ext>
                </a:extLst>
              </p:cNvPr>
              <p:cNvSpPr/>
              <p:nvPr/>
            </p:nvSpPr>
            <p:spPr>
              <a:xfrm>
                <a:off x="2058203" y="1889760"/>
                <a:ext cx="60354" cy="452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063" extrusionOk="0">
                    <a:moveTo>
                      <a:pt x="992" y="1"/>
                    </a:moveTo>
                    <a:cubicBezTo>
                      <a:pt x="931" y="1"/>
                      <a:pt x="870" y="19"/>
                      <a:pt x="819" y="59"/>
                    </a:cubicBezTo>
                    <a:lnTo>
                      <a:pt x="221" y="406"/>
                    </a:lnTo>
                    <a:cubicBezTo>
                      <a:pt x="63" y="500"/>
                      <a:pt x="0" y="721"/>
                      <a:pt x="95" y="878"/>
                    </a:cubicBezTo>
                    <a:cubicBezTo>
                      <a:pt x="159" y="985"/>
                      <a:pt x="295" y="1063"/>
                      <a:pt x="415" y="1063"/>
                    </a:cubicBezTo>
                    <a:cubicBezTo>
                      <a:pt x="473" y="1063"/>
                      <a:pt x="527" y="1045"/>
                      <a:pt x="567" y="1005"/>
                    </a:cubicBezTo>
                    <a:lnTo>
                      <a:pt x="1166" y="658"/>
                    </a:lnTo>
                    <a:cubicBezTo>
                      <a:pt x="1323" y="563"/>
                      <a:pt x="1418" y="343"/>
                      <a:pt x="1292" y="185"/>
                    </a:cubicBezTo>
                    <a:cubicBezTo>
                      <a:pt x="1249" y="79"/>
                      <a:pt x="1120" y="1"/>
                      <a:pt x="9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642;p27">
                <a:extLst>
                  <a:ext uri="{FF2B5EF4-FFF2-40B4-BE49-F238E27FC236}">
                    <a16:creationId xmlns:a16="http://schemas.microsoft.com/office/drawing/2014/main" id="{D237896C-A336-CBE2-960E-18547E21D751}"/>
                  </a:ext>
                </a:extLst>
              </p:cNvPr>
              <p:cNvSpPr/>
              <p:nvPr/>
            </p:nvSpPr>
            <p:spPr>
              <a:xfrm>
                <a:off x="1677354" y="2110276"/>
                <a:ext cx="60396" cy="44648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1049" extrusionOk="0">
                    <a:moveTo>
                      <a:pt x="1005" y="1"/>
                    </a:moveTo>
                    <a:cubicBezTo>
                      <a:pt x="944" y="1"/>
                      <a:pt x="880" y="15"/>
                      <a:pt x="820" y="45"/>
                    </a:cubicBezTo>
                    <a:lnTo>
                      <a:pt x="221" y="392"/>
                    </a:lnTo>
                    <a:cubicBezTo>
                      <a:pt x="64" y="486"/>
                      <a:pt x="1" y="707"/>
                      <a:pt x="127" y="864"/>
                    </a:cubicBezTo>
                    <a:cubicBezTo>
                      <a:pt x="169" y="971"/>
                      <a:pt x="299" y="1049"/>
                      <a:pt x="427" y="1049"/>
                    </a:cubicBezTo>
                    <a:cubicBezTo>
                      <a:pt x="488" y="1049"/>
                      <a:pt x="548" y="1031"/>
                      <a:pt x="599" y="990"/>
                    </a:cubicBezTo>
                    <a:lnTo>
                      <a:pt x="1166" y="644"/>
                    </a:lnTo>
                    <a:cubicBezTo>
                      <a:pt x="1324" y="549"/>
                      <a:pt x="1418" y="329"/>
                      <a:pt x="1292" y="171"/>
                    </a:cubicBezTo>
                    <a:cubicBezTo>
                      <a:pt x="1250" y="64"/>
                      <a:pt x="1134" y="1"/>
                      <a:pt x="10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643;p27">
                <a:extLst>
                  <a:ext uri="{FF2B5EF4-FFF2-40B4-BE49-F238E27FC236}">
                    <a16:creationId xmlns:a16="http://schemas.microsoft.com/office/drawing/2014/main" id="{4621F89C-E86F-642B-16B9-5D02E73CE0DF}"/>
                  </a:ext>
                </a:extLst>
              </p:cNvPr>
              <p:cNvSpPr/>
              <p:nvPr/>
            </p:nvSpPr>
            <p:spPr>
              <a:xfrm>
                <a:off x="2059522" y="2110276"/>
                <a:ext cx="59034" cy="43456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1021" extrusionOk="0">
                    <a:moveTo>
                      <a:pt x="378" y="1"/>
                    </a:moveTo>
                    <a:cubicBezTo>
                      <a:pt x="264" y="1"/>
                      <a:pt x="149" y="64"/>
                      <a:pt x="64" y="171"/>
                    </a:cubicBezTo>
                    <a:cubicBezTo>
                      <a:pt x="1" y="329"/>
                      <a:pt x="32" y="518"/>
                      <a:pt x="190" y="644"/>
                    </a:cubicBezTo>
                    <a:lnTo>
                      <a:pt x="788" y="990"/>
                    </a:lnTo>
                    <a:cubicBezTo>
                      <a:pt x="838" y="1010"/>
                      <a:pt x="891" y="1021"/>
                      <a:pt x="944" y="1021"/>
                    </a:cubicBezTo>
                    <a:cubicBezTo>
                      <a:pt x="1059" y="1021"/>
                      <a:pt x="1175" y="972"/>
                      <a:pt x="1261" y="864"/>
                    </a:cubicBezTo>
                    <a:cubicBezTo>
                      <a:pt x="1387" y="675"/>
                      <a:pt x="1292" y="486"/>
                      <a:pt x="1135" y="392"/>
                    </a:cubicBezTo>
                    <a:lnTo>
                      <a:pt x="536" y="45"/>
                    </a:lnTo>
                    <a:cubicBezTo>
                      <a:pt x="486" y="15"/>
                      <a:pt x="432" y="1"/>
                      <a:pt x="37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644;p27">
                <a:extLst>
                  <a:ext uri="{FF2B5EF4-FFF2-40B4-BE49-F238E27FC236}">
                    <a16:creationId xmlns:a16="http://schemas.microsoft.com/office/drawing/2014/main" id="{EC844D65-7F0A-95E8-FF87-1F126C6C98A1}"/>
                  </a:ext>
                </a:extLst>
              </p:cNvPr>
              <p:cNvSpPr/>
              <p:nvPr/>
            </p:nvSpPr>
            <p:spPr>
              <a:xfrm>
                <a:off x="1678716" y="1890951"/>
                <a:ext cx="59034" cy="43456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1021" extrusionOk="0">
                    <a:moveTo>
                      <a:pt x="405" y="1"/>
                    </a:moveTo>
                    <a:cubicBezTo>
                      <a:pt x="283" y="1"/>
                      <a:pt x="159" y="50"/>
                      <a:pt x="95" y="157"/>
                    </a:cubicBezTo>
                    <a:cubicBezTo>
                      <a:pt x="0" y="315"/>
                      <a:pt x="63" y="504"/>
                      <a:pt x="221" y="630"/>
                    </a:cubicBezTo>
                    <a:lnTo>
                      <a:pt x="788" y="977"/>
                    </a:lnTo>
                    <a:cubicBezTo>
                      <a:pt x="838" y="1007"/>
                      <a:pt x="895" y="1021"/>
                      <a:pt x="953" y="1021"/>
                    </a:cubicBezTo>
                    <a:cubicBezTo>
                      <a:pt x="1074" y="1021"/>
                      <a:pt x="1196" y="958"/>
                      <a:pt x="1260" y="850"/>
                    </a:cubicBezTo>
                    <a:cubicBezTo>
                      <a:pt x="1386" y="693"/>
                      <a:pt x="1292" y="504"/>
                      <a:pt x="1134" y="378"/>
                    </a:cubicBezTo>
                    <a:lnTo>
                      <a:pt x="567" y="31"/>
                    </a:lnTo>
                    <a:cubicBezTo>
                      <a:pt x="517" y="11"/>
                      <a:pt x="461" y="1"/>
                      <a:pt x="4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645;p27">
                <a:extLst>
                  <a:ext uri="{FF2B5EF4-FFF2-40B4-BE49-F238E27FC236}">
                    <a16:creationId xmlns:a16="http://schemas.microsoft.com/office/drawing/2014/main" id="{506CF504-E67F-BF42-824C-3D7225AF72E3}"/>
                  </a:ext>
                </a:extLst>
              </p:cNvPr>
              <p:cNvSpPr/>
              <p:nvPr/>
            </p:nvSpPr>
            <p:spPr>
              <a:xfrm>
                <a:off x="1810106" y="1921298"/>
                <a:ext cx="174379" cy="26065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6124" extrusionOk="0">
                    <a:moveTo>
                      <a:pt x="1733" y="1492"/>
                    </a:moveTo>
                    <a:lnTo>
                      <a:pt x="1733" y="2343"/>
                    </a:lnTo>
                    <a:cubicBezTo>
                      <a:pt x="1733" y="2500"/>
                      <a:pt x="1796" y="2626"/>
                      <a:pt x="1922" y="2658"/>
                    </a:cubicBezTo>
                    <a:lnTo>
                      <a:pt x="3246" y="3225"/>
                    </a:lnTo>
                    <a:lnTo>
                      <a:pt x="2395" y="4611"/>
                    </a:lnTo>
                    <a:lnTo>
                      <a:pt x="2395" y="3729"/>
                    </a:lnTo>
                    <a:cubicBezTo>
                      <a:pt x="2395" y="3572"/>
                      <a:pt x="2332" y="3445"/>
                      <a:pt x="2206" y="3414"/>
                    </a:cubicBezTo>
                    <a:lnTo>
                      <a:pt x="851" y="2878"/>
                    </a:lnTo>
                    <a:lnTo>
                      <a:pt x="1733" y="1492"/>
                    </a:lnTo>
                    <a:close/>
                    <a:moveTo>
                      <a:pt x="2038" y="0"/>
                    </a:moveTo>
                    <a:cubicBezTo>
                      <a:pt x="1919" y="0"/>
                      <a:pt x="1814" y="47"/>
                      <a:pt x="1765" y="169"/>
                    </a:cubicBezTo>
                    <a:lnTo>
                      <a:pt x="64" y="2941"/>
                    </a:lnTo>
                    <a:cubicBezTo>
                      <a:pt x="32" y="3004"/>
                      <a:pt x="1" y="3130"/>
                      <a:pt x="32" y="3225"/>
                    </a:cubicBezTo>
                    <a:cubicBezTo>
                      <a:pt x="64" y="3288"/>
                      <a:pt x="158" y="3382"/>
                      <a:pt x="221" y="3414"/>
                    </a:cubicBezTo>
                    <a:lnTo>
                      <a:pt x="1733" y="4013"/>
                    </a:lnTo>
                    <a:lnTo>
                      <a:pt x="1733" y="5808"/>
                    </a:lnTo>
                    <a:cubicBezTo>
                      <a:pt x="1733" y="5966"/>
                      <a:pt x="1859" y="6092"/>
                      <a:pt x="1954" y="6123"/>
                    </a:cubicBezTo>
                    <a:lnTo>
                      <a:pt x="2049" y="6123"/>
                    </a:lnTo>
                    <a:cubicBezTo>
                      <a:pt x="2143" y="6123"/>
                      <a:pt x="2269" y="6092"/>
                      <a:pt x="2301" y="5966"/>
                    </a:cubicBezTo>
                    <a:lnTo>
                      <a:pt x="4002" y="3225"/>
                    </a:lnTo>
                    <a:cubicBezTo>
                      <a:pt x="4033" y="3130"/>
                      <a:pt x="4096" y="3004"/>
                      <a:pt x="4033" y="2941"/>
                    </a:cubicBezTo>
                    <a:cubicBezTo>
                      <a:pt x="4033" y="2878"/>
                      <a:pt x="3970" y="2784"/>
                      <a:pt x="3907" y="2752"/>
                    </a:cubicBezTo>
                    <a:lnTo>
                      <a:pt x="2395" y="2154"/>
                    </a:lnTo>
                    <a:lnTo>
                      <a:pt x="2395" y="358"/>
                    </a:lnTo>
                    <a:cubicBezTo>
                      <a:pt x="2395" y="169"/>
                      <a:pt x="2269" y="74"/>
                      <a:pt x="2143" y="11"/>
                    </a:cubicBezTo>
                    <a:cubicBezTo>
                      <a:pt x="2108" y="4"/>
                      <a:pt x="2072" y="0"/>
                      <a:pt x="2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59" name="Google Shape;646;p27">
            <a:extLst>
              <a:ext uri="{FF2B5EF4-FFF2-40B4-BE49-F238E27FC236}">
                <a16:creationId xmlns:a16="http://schemas.microsoft.com/office/drawing/2014/main" id="{A97CE160-8E1D-403D-4FB6-4EFF5A67C120}"/>
              </a:ext>
            </a:extLst>
          </p:cNvPr>
          <p:cNvGrpSpPr/>
          <p:nvPr/>
        </p:nvGrpSpPr>
        <p:grpSpPr>
          <a:xfrm>
            <a:off x="1942313" y="1496818"/>
            <a:ext cx="1010759" cy="1035780"/>
            <a:chOff x="4397544" y="1476850"/>
            <a:chExt cx="2220529" cy="1962556"/>
          </a:xfrm>
        </p:grpSpPr>
        <p:sp>
          <p:nvSpPr>
            <p:cNvPr id="60" name="Google Shape;647;p27">
              <a:extLst>
                <a:ext uri="{FF2B5EF4-FFF2-40B4-BE49-F238E27FC236}">
                  <a16:creationId xmlns:a16="http://schemas.microsoft.com/office/drawing/2014/main" id="{E9BCA9C6-5540-9817-DA93-E713323BABE3}"/>
                </a:ext>
              </a:extLst>
            </p:cNvPr>
            <p:cNvSpPr/>
            <p:nvPr/>
          </p:nvSpPr>
          <p:spPr>
            <a:xfrm>
              <a:off x="4397544" y="1476850"/>
              <a:ext cx="2220529" cy="1267066"/>
            </a:xfrm>
            <a:custGeom>
              <a:avLst/>
              <a:gdLst/>
              <a:ahLst/>
              <a:cxnLst/>
              <a:rect l="l" t="t" r="r" b="b"/>
              <a:pathLst>
                <a:path w="32281" h="18420" extrusionOk="0">
                  <a:moveTo>
                    <a:pt x="1" y="0"/>
                  </a:moveTo>
                  <a:lnTo>
                    <a:pt x="7934" y="9210"/>
                  </a:lnTo>
                  <a:lnTo>
                    <a:pt x="1" y="18420"/>
                  </a:lnTo>
                  <a:lnTo>
                    <a:pt x="24348" y="18420"/>
                  </a:lnTo>
                  <a:lnTo>
                    <a:pt x="32281" y="9210"/>
                  </a:lnTo>
                  <a:lnTo>
                    <a:pt x="24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48;p27">
              <a:extLst>
                <a:ext uri="{FF2B5EF4-FFF2-40B4-BE49-F238E27FC236}">
                  <a16:creationId xmlns:a16="http://schemas.microsoft.com/office/drawing/2014/main" id="{8376AD45-8A77-F703-C35F-423166187BB6}"/>
                </a:ext>
              </a:extLst>
            </p:cNvPr>
            <p:cNvSpPr/>
            <p:nvPr/>
          </p:nvSpPr>
          <p:spPr>
            <a:xfrm>
              <a:off x="5132632" y="3243601"/>
              <a:ext cx="499810" cy="69"/>
            </a:xfrm>
            <a:custGeom>
              <a:avLst/>
              <a:gdLst/>
              <a:ahLst/>
              <a:cxnLst/>
              <a:rect l="l" t="t" r="r" b="b"/>
              <a:pathLst>
                <a:path w="7266" h="1" fill="none" extrusionOk="0">
                  <a:moveTo>
                    <a:pt x="7265" y="0"/>
                  </a:moveTo>
                  <a:lnTo>
                    <a:pt x="1" y="0"/>
                  </a:lnTo>
                </a:path>
              </a:pathLst>
            </a:custGeom>
            <a:noFill/>
            <a:ln w="83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49;p27">
              <a:extLst>
                <a:ext uri="{FF2B5EF4-FFF2-40B4-BE49-F238E27FC236}">
                  <a16:creationId xmlns:a16="http://schemas.microsoft.com/office/drawing/2014/main" id="{95813723-2A18-6CFA-74F6-B3B85382F497}"/>
                </a:ext>
              </a:extLst>
            </p:cNvPr>
            <p:cNvSpPr/>
            <p:nvPr/>
          </p:nvSpPr>
          <p:spPr>
            <a:xfrm>
              <a:off x="5381437" y="2743857"/>
              <a:ext cx="69" cy="499810"/>
            </a:xfrm>
            <a:custGeom>
              <a:avLst/>
              <a:gdLst/>
              <a:ahLst/>
              <a:cxnLst/>
              <a:rect l="l" t="t" r="r" b="b"/>
              <a:pathLst>
                <a:path w="1" h="7266" fill="none" extrusionOk="0">
                  <a:moveTo>
                    <a:pt x="1" y="1"/>
                  </a:moveTo>
                  <a:lnTo>
                    <a:pt x="1" y="7265"/>
                  </a:lnTo>
                </a:path>
              </a:pathLst>
            </a:custGeom>
            <a:noFill/>
            <a:ln w="83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51;p27">
              <a:extLst>
                <a:ext uri="{FF2B5EF4-FFF2-40B4-BE49-F238E27FC236}">
                  <a16:creationId xmlns:a16="http://schemas.microsoft.com/office/drawing/2014/main" id="{6DFFEE4B-9252-CB52-E768-10C8CFDC406E}"/>
                </a:ext>
              </a:extLst>
            </p:cNvPr>
            <p:cNvSpPr txBox="1"/>
            <p:nvPr/>
          </p:nvSpPr>
          <p:spPr>
            <a:xfrm>
              <a:off x="4607861" y="3200007"/>
              <a:ext cx="1687499" cy="239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VC</a:t>
              </a:r>
              <a:endParaRPr sz="1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65" name="Google Shape;652;p27">
              <a:extLst>
                <a:ext uri="{FF2B5EF4-FFF2-40B4-BE49-F238E27FC236}">
                  <a16:creationId xmlns:a16="http://schemas.microsoft.com/office/drawing/2014/main" id="{654D70C0-0BBD-427A-5395-21A0D7EE8AA5}"/>
                </a:ext>
              </a:extLst>
            </p:cNvPr>
            <p:cNvSpPr/>
            <p:nvPr/>
          </p:nvSpPr>
          <p:spPr>
            <a:xfrm>
              <a:off x="5338944" y="1850476"/>
              <a:ext cx="436646" cy="435494"/>
            </a:xfrm>
            <a:custGeom>
              <a:avLst/>
              <a:gdLst/>
              <a:ahLst/>
              <a:cxnLst/>
              <a:rect l="l" t="t" r="r" b="b"/>
              <a:pathLst>
                <a:path w="11752" h="11721" extrusionOk="0">
                  <a:moveTo>
                    <a:pt x="6490" y="662"/>
                  </a:moveTo>
                  <a:cubicBezTo>
                    <a:pt x="6711" y="662"/>
                    <a:pt x="6868" y="820"/>
                    <a:pt x="6868" y="1009"/>
                  </a:cubicBezTo>
                  <a:lnTo>
                    <a:pt x="6868" y="1355"/>
                  </a:lnTo>
                  <a:lnTo>
                    <a:pt x="5167" y="1355"/>
                  </a:lnTo>
                  <a:cubicBezTo>
                    <a:pt x="4600" y="1355"/>
                    <a:pt x="4127" y="1828"/>
                    <a:pt x="4127" y="2395"/>
                  </a:cubicBezTo>
                  <a:lnTo>
                    <a:pt x="4127" y="2773"/>
                  </a:lnTo>
                  <a:lnTo>
                    <a:pt x="3088" y="2773"/>
                  </a:lnTo>
                  <a:cubicBezTo>
                    <a:pt x="2993" y="2773"/>
                    <a:pt x="2867" y="2836"/>
                    <a:pt x="2836" y="2899"/>
                  </a:cubicBezTo>
                  <a:lnTo>
                    <a:pt x="2048" y="3687"/>
                  </a:lnTo>
                  <a:lnTo>
                    <a:pt x="2048" y="3151"/>
                  </a:lnTo>
                  <a:cubicBezTo>
                    <a:pt x="2048" y="2931"/>
                    <a:pt x="1891" y="2773"/>
                    <a:pt x="1702" y="2773"/>
                  </a:cubicBezTo>
                  <a:lnTo>
                    <a:pt x="1040" y="2773"/>
                  </a:lnTo>
                  <a:cubicBezTo>
                    <a:pt x="819" y="2773"/>
                    <a:pt x="662" y="2616"/>
                    <a:pt x="662" y="2427"/>
                  </a:cubicBezTo>
                  <a:lnTo>
                    <a:pt x="662" y="1009"/>
                  </a:lnTo>
                  <a:cubicBezTo>
                    <a:pt x="662" y="820"/>
                    <a:pt x="819" y="662"/>
                    <a:pt x="1040" y="662"/>
                  </a:cubicBezTo>
                  <a:close/>
                  <a:moveTo>
                    <a:pt x="10649" y="1986"/>
                  </a:moveTo>
                  <a:cubicBezTo>
                    <a:pt x="10838" y="1986"/>
                    <a:pt x="10995" y="2143"/>
                    <a:pt x="10995" y="2364"/>
                  </a:cubicBezTo>
                  <a:lnTo>
                    <a:pt x="10995" y="3781"/>
                  </a:lnTo>
                  <a:cubicBezTo>
                    <a:pt x="10995" y="3970"/>
                    <a:pt x="10838" y="4128"/>
                    <a:pt x="10649" y="4128"/>
                  </a:cubicBezTo>
                  <a:lnTo>
                    <a:pt x="8601" y="4128"/>
                  </a:lnTo>
                  <a:cubicBezTo>
                    <a:pt x="8412" y="4128"/>
                    <a:pt x="8255" y="4285"/>
                    <a:pt x="8255" y="4474"/>
                  </a:cubicBezTo>
                  <a:lnTo>
                    <a:pt x="8255" y="5041"/>
                  </a:lnTo>
                  <a:lnTo>
                    <a:pt x="7404" y="4191"/>
                  </a:lnTo>
                  <a:cubicBezTo>
                    <a:pt x="7372" y="4159"/>
                    <a:pt x="7246" y="4128"/>
                    <a:pt x="7183" y="4128"/>
                  </a:cubicBezTo>
                  <a:lnTo>
                    <a:pt x="5136" y="4128"/>
                  </a:lnTo>
                  <a:cubicBezTo>
                    <a:pt x="4947" y="4128"/>
                    <a:pt x="4789" y="3970"/>
                    <a:pt x="4789" y="3781"/>
                  </a:cubicBezTo>
                  <a:lnTo>
                    <a:pt x="4789" y="2364"/>
                  </a:lnTo>
                  <a:cubicBezTo>
                    <a:pt x="4789" y="2143"/>
                    <a:pt x="4947" y="1986"/>
                    <a:pt x="5136" y="1986"/>
                  </a:cubicBezTo>
                  <a:close/>
                  <a:moveTo>
                    <a:pt x="3088" y="6207"/>
                  </a:moveTo>
                  <a:cubicBezTo>
                    <a:pt x="3623" y="6207"/>
                    <a:pt x="4096" y="6680"/>
                    <a:pt x="4096" y="7247"/>
                  </a:cubicBezTo>
                  <a:cubicBezTo>
                    <a:pt x="4096" y="7782"/>
                    <a:pt x="3623" y="8255"/>
                    <a:pt x="3088" y="8255"/>
                  </a:cubicBezTo>
                  <a:cubicBezTo>
                    <a:pt x="2521" y="8255"/>
                    <a:pt x="2048" y="7782"/>
                    <a:pt x="2048" y="7247"/>
                  </a:cubicBezTo>
                  <a:cubicBezTo>
                    <a:pt x="2048" y="6648"/>
                    <a:pt x="2489" y="6207"/>
                    <a:pt x="3088" y="6207"/>
                  </a:cubicBezTo>
                  <a:close/>
                  <a:moveTo>
                    <a:pt x="8601" y="6207"/>
                  </a:moveTo>
                  <a:cubicBezTo>
                    <a:pt x="9137" y="6207"/>
                    <a:pt x="9609" y="6648"/>
                    <a:pt x="9609" y="7247"/>
                  </a:cubicBezTo>
                  <a:cubicBezTo>
                    <a:pt x="9609" y="7782"/>
                    <a:pt x="9137" y="8255"/>
                    <a:pt x="8601" y="8255"/>
                  </a:cubicBezTo>
                  <a:cubicBezTo>
                    <a:pt x="8003" y="8255"/>
                    <a:pt x="7530" y="7782"/>
                    <a:pt x="7530" y="7247"/>
                  </a:cubicBezTo>
                  <a:cubicBezTo>
                    <a:pt x="7530" y="6680"/>
                    <a:pt x="8003" y="6207"/>
                    <a:pt x="8601" y="6207"/>
                  </a:cubicBezTo>
                  <a:close/>
                  <a:moveTo>
                    <a:pt x="3749" y="8980"/>
                  </a:moveTo>
                  <a:cubicBezTo>
                    <a:pt x="4695" y="8980"/>
                    <a:pt x="5451" y="9704"/>
                    <a:pt x="5451" y="10649"/>
                  </a:cubicBezTo>
                  <a:lnTo>
                    <a:pt x="5451" y="11027"/>
                  </a:lnTo>
                  <a:lnTo>
                    <a:pt x="630" y="11027"/>
                  </a:lnTo>
                  <a:lnTo>
                    <a:pt x="630" y="10649"/>
                  </a:lnTo>
                  <a:lnTo>
                    <a:pt x="662" y="10649"/>
                  </a:lnTo>
                  <a:cubicBezTo>
                    <a:pt x="662" y="9704"/>
                    <a:pt x="1418" y="8980"/>
                    <a:pt x="2363" y="8980"/>
                  </a:cubicBezTo>
                  <a:close/>
                  <a:moveTo>
                    <a:pt x="9369" y="8976"/>
                  </a:moveTo>
                  <a:cubicBezTo>
                    <a:pt x="10266" y="8976"/>
                    <a:pt x="10995" y="9740"/>
                    <a:pt x="10995" y="10649"/>
                  </a:cubicBezTo>
                  <a:lnTo>
                    <a:pt x="10995" y="11027"/>
                  </a:lnTo>
                  <a:lnTo>
                    <a:pt x="6144" y="11027"/>
                  </a:lnTo>
                  <a:lnTo>
                    <a:pt x="6144" y="10649"/>
                  </a:lnTo>
                  <a:cubicBezTo>
                    <a:pt x="6144" y="9704"/>
                    <a:pt x="6900" y="8980"/>
                    <a:pt x="7845" y="8980"/>
                  </a:cubicBezTo>
                  <a:lnTo>
                    <a:pt x="9263" y="8980"/>
                  </a:lnTo>
                  <a:cubicBezTo>
                    <a:pt x="9298" y="8977"/>
                    <a:pt x="9334" y="8976"/>
                    <a:pt x="9369" y="8976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2427"/>
                  </a:lnTo>
                  <a:cubicBezTo>
                    <a:pt x="0" y="2994"/>
                    <a:pt x="473" y="3466"/>
                    <a:pt x="1040" y="3466"/>
                  </a:cubicBezTo>
                  <a:lnTo>
                    <a:pt x="1386" y="3466"/>
                  </a:lnTo>
                  <a:lnTo>
                    <a:pt x="1386" y="4474"/>
                  </a:lnTo>
                  <a:cubicBezTo>
                    <a:pt x="1386" y="4688"/>
                    <a:pt x="1546" y="4829"/>
                    <a:pt x="1727" y="4829"/>
                  </a:cubicBezTo>
                  <a:cubicBezTo>
                    <a:pt x="1813" y="4829"/>
                    <a:pt x="1904" y="4797"/>
                    <a:pt x="1985" y="4726"/>
                  </a:cubicBezTo>
                  <a:lnTo>
                    <a:pt x="3245" y="3466"/>
                  </a:lnTo>
                  <a:lnTo>
                    <a:pt x="4096" y="3466"/>
                  </a:lnTo>
                  <a:lnTo>
                    <a:pt x="4096" y="3813"/>
                  </a:lnTo>
                  <a:cubicBezTo>
                    <a:pt x="4096" y="4348"/>
                    <a:pt x="4568" y="4821"/>
                    <a:pt x="5136" y="4821"/>
                  </a:cubicBezTo>
                  <a:lnTo>
                    <a:pt x="7057" y="4821"/>
                  </a:lnTo>
                  <a:lnTo>
                    <a:pt x="7908" y="5672"/>
                  </a:lnTo>
                  <a:cubicBezTo>
                    <a:pt x="7341" y="5924"/>
                    <a:pt x="6868" y="6522"/>
                    <a:pt x="6868" y="7247"/>
                  </a:cubicBezTo>
                  <a:cubicBezTo>
                    <a:pt x="6868" y="7625"/>
                    <a:pt x="7026" y="8034"/>
                    <a:pt x="7278" y="8349"/>
                  </a:cubicBezTo>
                  <a:cubicBezTo>
                    <a:pt x="6648" y="8507"/>
                    <a:pt x="6144" y="8885"/>
                    <a:pt x="5829" y="9452"/>
                  </a:cubicBezTo>
                  <a:cubicBezTo>
                    <a:pt x="5514" y="8917"/>
                    <a:pt x="5010" y="8539"/>
                    <a:pt x="4411" y="8381"/>
                  </a:cubicBezTo>
                  <a:cubicBezTo>
                    <a:pt x="4663" y="8066"/>
                    <a:pt x="4821" y="7719"/>
                    <a:pt x="4821" y="7278"/>
                  </a:cubicBezTo>
                  <a:cubicBezTo>
                    <a:pt x="4821" y="6333"/>
                    <a:pt x="4064" y="5577"/>
                    <a:pt x="3119" y="5577"/>
                  </a:cubicBezTo>
                  <a:cubicBezTo>
                    <a:pt x="2174" y="5577"/>
                    <a:pt x="1418" y="6333"/>
                    <a:pt x="1418" y="7278"/>
                  </a:cubicBezTo>
                  <a:cubicBezTo>
                    <a:pt x="1418" y="7719"/>
                    <a:pt x="1576" y="8097"/>
                    <a:pt x="1828" y="8381"/>
                  </a:cubicBezTo>
                  <a:cubicBezTo>
                    <a:pt x="788" y="8665"/>
                    <a:pt x="32" y="9610"/>
                    <a:pt x="32" y="10712"/>
                  </a:cubicBezTo>
                  <a:lnTo>
                    <a:pt x="32" y="11374"/>
                  </a:lnTo>
                  <a:cubicBezTo>
                    <a:pt x="32" y="11563"/>
                    <a:pt x="189" y="11721"/>
                    <a:pt x="410" y="11721"/>
                  </a:cubicBezTo>
                  <a:lnTo>
                    <a:pt x="11374" y="11721"/>
                  </a:lnTo>
                  <a:cubicBezTo>
                    <a:pt x="11594" y="11721"/>
                    <a:pt x="11752" y="11563"/>
                    <a:pt x="11752" y="11374"/>
                  </a:cubicBezTo>
                  <a:lnTo>
                    <a:pt x="11752" y="10712"/>
                  </a:lnTo>
                  <a:cubicBezTo>
                    <a:pt x="11752" y="9610"/>
                    <a:pt x="10995" y="8665"/>
                    <a:pt x="9956" y="8381"/>
                  </a:cubicBezTo>
                  <a:cubicBezTo>
                    <a:pt x="10208" y="8066"/>
                    <a:pt x="10365" y="7719"/>
                    <a:pt x="10365" y="7278"/>
                  </a:cubicBezTo>
                  <a:cubicBezTo>
                    <a:pt x="10365" y="6459"/>
                    <a:pt x="9767" y="5735"/>
                    <a:pt x="8979" y="5577"/>
                  </a:cubicBezTo>
                  <a:lnTo>
                    <a:pt x="8979" y="4884"/>
                  </a:lnTo>
                  <a:lnTo>
                    <a:pt x="10649" y="4884"/>
                  </a:lnTo>
                  <a:lnTo>
                    <a:pt x="10649" y="4821"/>
                  </a:lnTo>
                  <a:cubicBezTo>
                    <a:pt x="11185" y="4821"/>
                    <a:pt x="11657" y="4348"/>
                    <a:pt x="11657" y="3813"/>
                  </a:cubicBezTo>
                  <a:lnTo>
                    <a:pt x="11657" y="2395"/>
                  </a:lnTo>
                  <a:cubicBezTo>
                    <a:pt x="11657" y="1828"/>
                    <a:pt x="11185" y="1355"/>
                    <a:pt x="10649" y="1355"/>
                  </a:cubicBezTo>
                  <a:lnTo>
                    <a:pt x="7530" y="1355"/>
                  </a:lnTo>
                  <a:lnTo>
                    <a:pt x="7530" y="1009"/>
                  </a:lnTo>
                  <a:cubicBezTo>
                    <a:pt x="7530" y="473"/>
                    <a:pt x="7057" y="1"/>
                    <a:pt x="6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" name="Google Shape;653;p27">
            <a:extLst>
              <a:ext uri="{FF2B5EF4-FFF2-40B4-BE49-F238E27FC236}">
                <a16:creationId xmlns:a16="http://schemas.microsoft.com/office/drawing/2014/main" id="{ACF93E11-7225-D381-CB86-2B007D6F5223}"/>
              </a:ext>
            </a:extLst>
          </p:cNvPr>
          <p:cNvGrpSpPr/>
          <p:nvPr/>
        </p:nvGrpSpPr>
        <p:grpSpPr>
          <a:xfrm>
            <a:off x="1113463" y="1494515"/>
            <a:ext cx="1011730" cy="1031928"/>
            <a:chOff x="2591043" y="1476850"/>
            <a:chExt cx="2222662" cy="1951301"/>
          </a:xfrm>
        </p:grpSpPr>
        <p:sp>
          <p:nvSpPr>
            <p:cNvPr id="67" name="Google Shape;654;p27">
              <a:extLst>
                <a:ext uri="{FF2B5EF4-FFF2-40B4-BE49-F238E27FC236}">
                  <a16:creationId xmlns:a16="http://schemas.microsoft.com/office/drawing/2014/main" id="{83CA674C-0189-F420-E76F-37DE6DEB7D15}"/>
                </a:ext>
              </a:extLst>
            </p:cNvPr>
            <p:cNvSpPr/>
            <p:nvPr/>
          </p:nvSpPr>
          <p:spPr>
            <a:xfrm>
              <a:off x="2591043" y="1476850"/>
              <a:ext cx="2222662" cy="1267066"/>
            </a:xfrm>
            <a:custGeom>
              <a:avLst/>
              <a:gdLst/>
              <a:ahLst/>
              <a:cxnLst/>
              <a:rect l="l" t="t" r="r" b="b"/>
              <a:pathLst>
                <a:path w="32312" h="18420" extrusionOk="0">
                  <a:moveTo>
                    <a:pt x="1" y="0"/>
                  </a:moveTo>
                  <a:lnTo>
                    <a:pt x="7964" y="9210"/>
                  </a:lnTo>
                  <a:lnTo>
                    <a:pt x="1" y="18420"/>
                  </a:lnTo>
                  <a:lnTo>
                    <a:pt x="24378" y="18420"/>
                  </a:lnTo>
                  <a:lnTo>
                    <a:pt x="32311" y="9210"/>
                  </a:lnTo>
                  <a:lnTo>
                    <a:pt x="243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55;p27">
              <a:extLst>
                <a:ext uri="{FF2B5EF4-FFF2-40B4-BE49-F238E27FC236}">
                  <a16:creationId xmlns:a16="http://schemas.microsoft.com/office/drawing/2014/main" id="{515CBB3A-C00A-E847-E7E6-267BA021032B}"/>
                </a:ext>
              </a:extLst>
            </p:cNvPr>
            <p:cNvSpPr/>
            <p:nvPr/>
          </p:nvSpPr>
          <p:spPr>
            <a:xfrm>
              <a:off x="3327697" y="3243601"/>
              <a:ext cx="499741" cy="69"/>
            </a:xfrm>
            <a:custGeom>
              <a:avLst/>
              <a:gdLst/>
              <a:ahLst/>
              <a:cxnLst/>
              <a:rect l="l" t="t" r="r" b="b"/>
              <a:pathLst>
                <a:path w="7265" h="1" fill="none" extrusionOk="0">
                  <a:moveTo>
                    <a:pt x="7265" y="0"/>
                  </a:moveTo>
                  <a:lnTo>
                    <a:pt x="0" y="0"/>
                  </a:lnTo>
                </a:path>
              </a:pathLst>
            </a:custGeom>
            <a:noFill/>
            <a:ln w="8350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56;p27">
              <a:extLst>
                <a:ext uri="{FF2B5EF4-FFF2-40B4-BE49-F238E27FC236}">
                  <a16:creationId xmlns:a16="http://schemas.microsoft.com/office/drawing/2014/main" id="{ED728734-6CC1-C1D2-0683-09A212555E92}"/>
                </a:ext>
              </a:extLst>
            </p:cNvPr>
            <p:cNvSpPr/>
            <p:nvPr/>
          </p:nvSpPr>
          <p:spPr>
            <a:xfrm>
              <a:off x="3578565" y="2743857"/>
              <a:ext cx="69" cy="499810"/>
            </a:xfrm>
            <a:custGeom>
              <a:avLst/>
              <a:gdLst/>
              <a:ahLst/>
              <a:cxnLst/>
              <a:rect l="l" t="t" r="r" b="b"/>
              <a:pathLst>
                <a:path w="1" h="7266" fill="none" extrusionOk="0">
                  <a:moveTo>
                    <a:pt x="1" y="1"/>
                  </a:moveTo>
                  <a:lnTo>
                    <a:pt x="1" y="7265"/>
                  </a:lnTo>
                </a:path>
              </a:pathLst>
            </a:custGeom>
            <a:noFill/>
            <a:ln w="8350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658;p27">
              <a:extLst>
                <a:ext uri="{FF2B5EF4-FFF2-40B4-BE49-F238E27FC236}">
                  <a16:creationId xmlns:a16="http://schemas.microsoft.com/office/drawing/2014/main" id="{B11752A3-3A57-8D92-33D8-353F9C681E11}"/>
                </a:ext>
              </a:extLst>
            </p:cNvPr>
            <p:cNvSpPr txBox="1"/>
            <p:nvPr/>
          </p:nvSpPr>
          <p:spPr>
            <a:xfrm>
              <a:off x="2751159" y="3188750"/>
              <a:ext cx="1687499" cy="2394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EA</a:t>
              </a:r>
              <a:endParaRPr sz="1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72" name="Google Shape;659;p27">
              <a:extLst>
                <a:ext uri="{FF2B5EF4-FFF2-40B4-BE49-F238E27FC236}">
                  <a16:creationId xmlns:a16="http://schemas.microsoft.com/office/drawing/2014/main" id="{39A43F81-9413-A305-0B63-4FFBC1C795C6}"/>
                </a:ext>
              </a:extLst>
            </p:cNvPr>
            <p:cNvGrpSpPr/>
            <p:nvPr/>
          </p:nvGrpSpPr>
          <p:grpSpPr>
            <a:xfrm>
              <a:off x="3525091" y="1893810"/>
              <a:ext cx="435494" cy="433153"/>
              <a:chOff x="-5635200" y="2037975"/>
              <a:chExt cx="293025" cy="291450"/>
            </a:xfrm>
          </p:grpSpPr>
          <p:sp>
            <p:nvSpPr>
              <p:cNvPr id="73" name="Google Shape;660;p27">
                <a:extLst>
                  <a:ext uri="{FF2B5EF4-FFF2-40B4-BE49-F238E27FC236}">
                    <a16:creationId xmlns:a16="http://schemas.microsoft.com/office/drawing/2014/main" id="{DDED2B08-90B1-A93A-9437-E1D01020959D}"/>
                  </a:ext>
                </a:extLst>
              </p:cNvPr>
              <p:cNvSpPr/>
              <p:nvPr/>
            </p:nvSpPr>
            <p:spPr>
              <a:xfrm>
                <a:off x="-5635200" y="2037975"/>
                <a:ext cx="293025" cy="291450"/>
              </a:xfrm>
              <a:custGeom>
                <a:avLst/>
                <a:gdLst/>
                <a:ahLst/>
                <a:cxnLst/>
                <a:rect l="l" t="t" r="r" b="b"/>
                <a:pathLst>
                  <a:path w="11721" h="11658" extrusionOk="0">
                    <a:moveTo>
                      <a:pt x="2395" y="725"/>
                    </a:moveTo>
                    <a:cubicBezTo>
                      <a:pt x="2930" y="725"/>
                      <a:pt x="3403" y="1197"/>
                      <a:pt x="3403" y="1733"/>
                    </a:cubicBezTo>
                    <a:cubicBezTo>
                      <a:pt x="3403" y="2300"/>
                      <a:pt x="2930" y="2773"/>
                      <a:pt x="2395" y="2773"/>
                    </a:cubicBezTo>
                    <a:cubicBezTo>
                      <a:pt x="1828" y="2773"/>
                      <a:pt x="1355" y="2300"/>
                      <a:pt x="1355" y="1733"/>
                    </a:cubicBezTo>
                    <a:cubicBezTo>
                      <a:pt x="1355" y="1197"/>
                      <a:pt x="1828" y="725"/>
                      <a:pt x="2395" y="725"/>
                    </a:cubicBezTo>
                    <a:close/>
                    <a:moveTo>
                      <a:pt x="10303" y="725"/>
                    </a:moveTo>
                    <a:lnTo>
                      <a:pt x="10303" y="6585"/>
                    </a:lnTo>
                    <a:lnTo>
                      <a:pt x="10334" y="6585"/>
                    </a:lnTo>
                    <a:cubicBezTo>
                      <a:pt x="10334" y="6774"/>
                      <a:pt x="10177" y="6931"/>
                      <a:pt x="9988" y="6931"/>
                    </a:cubicBezTo>
                    <a:lnTo>
                      <a:pt x="4789" y="6931"/>
                    </a:lnTo>
                    <a:lnTo>
                      <a:pt x="4789" y="5167"/>
                    </a:lnTo>
                    <a:cubicBezTo>
                      <a:pt x="4789" y="4253"/>
                      <a:pt x="4285" y="3434"/>
                      <a:pt x="3498" y="3025"/>
                    </a:cubicBezTo>
                    <a:cubicBezTo>
                      <a:pt x="3844" y="2710"/>
                      <a:pt x="4096" y="2237"/>
                      <a:pt x="4096" y="1733"/>
                    </a:cubicBezTo>
                    <a:cubicBezTo>
                      <a:pt x="4096" y="1355"/>
                      <a:pt x="3970" y="977"/>
                      <a:pt x="3718" y="725"/>
                    </a:cubicBezTo>
                    <a:close/>
                    <a:moveTo>
                      <a:pt x="2710" y="3466"/>
                    </a:moveTo>
                    <a:cubicBezTo>
                      <a:pt x="3498" y="3623"/>
                      <a:pt x="4096" y="4316"/>
                      <a:pt x="4096" y="5167"/>
                    </a:cubicBezTo>
                    <a:lnTo>
                      <a:pt x="4096" y="7246"/>
                    </a:lnTo>
                    <a:cubicBezTo>
                      <a:pt x="4128" y="7435"/>
                      <a:pt x="3970" y="7593"/>
                      <a:pt x="3750" y="7593"/>
                    </a:cubicBezTo>
                    <a:cubicBezTo>
                      <a:pt x="3561" y="7593"/>
                      <a:pt x="3403" y="7750"/>
                      <a:pt x="3403" y="7971"/>
                    </a:cubicBezTo>
                    <a:lnTo>
                      <a:pt x="3403" y="10712"/>
                    </a:lnTo>
                    <a:cubicBezTo>
                      <a:pt x="3403" y="10901"/>
                      <a:pt x="3246" y="11058"/>
                      <a:pt x="3056" y="11058"/>
                    </a:cubicBezTo>
                    <a:lnTo>
                      <a:pt x="1670" y="11058"/>
                    </a:lnTo>
                    <a:cubicBezTo>
                      <a:pt x="1481" y="11058"/>
                      <a:pt x="1324" y="10901"/>
                      <a:pt x="1324" y="10712"/>
                    </a:cubicBezTo>
                    <a:lnTo>
                      <a:pt x="1324" y="7971"/>
                    </a:lnTo>
                    <a:cubicBezTo>
                      <a:pt x="1324" y="7750"/>
                      <a:pt x="1166" y="7593"/>
                      <a:pt x="977" y="7593"/>
                    </a:cubicBezTo>
                    <a:cubicBezTo>
                      <a:pt x="788" y="7593"/>
                      <a:pt x="631" y="7435"/>
                      <a:pt x="631" y="7246"/>
                    </a:cubicBezTo>
                    <a:lnTo>
                      <a:pt x="631" y="5167"/>
                    </a:lnTo>
                    <a:cubicBezTo>
                      <a:pt x="631" y="4316"/>
                      <a:pt x="1198" y="3623"/>
                      <a:pt x="1985" y="3466"/>
                    </a:cubicBezTo>
                    <a:lnTo>
                      <a:pt x="1985" y="5829"/>
                    </a:lnTo>
                    <a:cubicBezTo>
                      <a:pt x="1985" y="6018"/>
                      <a:pt x="2143" y="6175"/>
                      <a:pt x="2363" y="6175"/>
                    </a:cubicBezTo>
                    <a:cubicBezTo>
                      <a:pt x="2552" y="6175"/>
                      <a:pt x="2710" y="6018"/>
                      <a:pt x="2710" y="5829"/>
                    </a:cubicBezTo>
                    <a:lnTo>
                      <a:pt x="2710" y="3466"/>
                    </a:lnTo>
                    <a:close/>
                    <a:moveTo>
                      <a:pt x="2395" y="0"/>
                    </a:moveTo>
                    <a:cubicBezTo>
                      <a:pt x="1450" y="0"/>
                      <a:pt x="694" y="756"/>
                      <a:pt x="694" y="1702"/>
                    </a:cubicBezTo>
                    <a:cubicBezTo>
                      <a:pt x="694" y="2206"/>
                      <a:pt x="946" y="2678"/>
                      <a:pt x="1292" y="2993"/>
                    </a:cubicBezTo>
                    <a:cubicBezTo>
                      <a:pt x="536" y="3403"/>
                      <a:pt x="1" y="4222"/>
                      <a:pt x="1" y="5136"/>
                    </a:cubicBezTo>
                    <a:lnTo>
                      <a:pt x="1" y="7215"/>
                    </a:lnTo>
                    <a:cubicBezTo>
                      <a:pt x="1" y="7656"/>
                      <a:pt x="253" y="8034"/>
                      <a:pt x="662" y="8192"/>
                    </a:cubicBezTo>
                    <a:lnTo>
                      <a:pt x="662" y="10649"/>
                    </a:lnTo>
                    <a:cubicBezTo>
                      <a:pt x="662" y="11184"/>
                      <a:pt x="1135" y="11657"/>
                      <a:pt x="1670" y="11657"/>
                    </a:cubicBezTo>
                    <a:lnTo>
                      <a:pt x="3056" y="11657"/>
                    </a:lnTo>
                    <a:cubicBezTo>
                      <a:pt x="3624" y="11657"/>
                      <a:pt x="4096" y="11184"/>
                      <a:pt x="4096" y="10649"/>
                    </a:cubicBezTo>
                    <a:lnTo>
                      <a:pt x="4096" y="8192"/>
                    </a:lnTo>
                    <a:cubicBezTo>
                      <a:pt x="4348" y="8065"/>
                      <a:pt x="4600" y="7876"/>
                      <a:pt x="4726" y="7561"/>
                    </a:cubicBezTo>
                    <a:lnTo>
                      <a:pt x="9988" y="7561"/>
                    </a:lnTo>
                    <a:cubicBezTo>
                      <a:pt x="10555" y="7561"/>
                      <a:pt x="11027" y="7089"/>
                      <a:pt x="11027" y="6553"/>
                    </a:cubicBezTo>
                    <a:lnTo>
                      <a:pt x="11027" y="662"/>
                    </a:lnTo>
                    <a:lnTo>
                      <a:pt x="11374" y="662"/>
                    </a:lnTo>
                    <a:cubicBezTo>
                      <a:pt x="11563" y="662"/>
                      <a:pt x="11720" y="504"/>
                      <a:pt x="11720" y="315"/>
                    </a:cubicBezTo>
                    <a:cubicBezTo>
                      <a:pt x="11720" y="158"/>
                      <a:pt x="11563" y="0"/>
                      <a:pt x="113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661;p27">
                <a:extLst>
                  <a:ext uri="{FF2B5EF4-FFF2-40B4-BE49-F238E27FC236}">
                    <a16:creationId xmlns:a16="http://schemas.microsoft.com/office/drawing/2014/main" id="{E597A74A-C618-F8D9-506D-A7B0D365B927}"/>
                  </a:ext>
                </a:extLst>
              </p:cNvPr>
              <p:cNvSpPr/>
              <p:nvPr/>
            </p:nvSpPr>
            <p:spPr>
              <a:xfrm>
                <a:off x="-5496575" y="2072625"/>
                <a:ext cx="102425" cy="102425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4097" extrusionOk="0">
                    <a:moveTo>
                      <a:pt x="2395" y="725"/>
                    </a:moveTo>
                    <a:cubicBezTo>
                      <a:pt x="2867" y="851"/>
                      <a:pt x="3245" y="1229"/>
                      <a:pt x="3371" y="1733"/>
                    </a:cubicBezTo>
                    <a:lnTo>
                      <a:pt x="2395" y="1733"/>
                    </a:lnTo>
                    <a:lnTo>
                      <a:pt x="2395" y="725"/>
                    </a:lnTo>
                    <a:close/>
                    <a:moveTo>
                      <a:pt x="1733" y="757"/>
                    </a:moveTo>
                    <a:lnTo>
                      <a:pt x="1733" y="2080"/>
                    </a:lnTo>
                    <a:cubicBezTo>
                      <a:pt x="1733" y="2269"/>
                      <a:pt x="1891" y="2426"/>
                      <a:pt x="2080" y="2426"/>
                    </a:cubicBezTo>
                    <a:lnTo>
                      <a:pt x="3403" y="2426"/>
                    </a:lnTo>
                    <a:cubicBezTo>
                      <a:pt x="3245" y="3025"/>
                      <a:pt x="2741" y="3466"/>
                      <a:pt x="2080" y="3466"/>
                    </a:cubicBezTo>
                    <a:cubicBezTo>
                      <a:pt x="1324" y="3466"/>
                      <a:pt x="693" y="2836"/>
                      <a:pt x="693" y="2080"/>
                    </a:cubicBezTo>
                    <a:cubicBezTo>
                      <a:pt x="693" y="1418"/>
                      <a:pt x="1135" y="851"/>
                      <a:pt x="1733" y="757"/>
                    </a:cubicBezTo>
                    <a:close/>
                    <a:moveTo>
                      <a:pt x="2048" y="0"/>
                    </a:moveTo>
                    <a:cubicBezTo>
                      <a:pt x="883" y="0"/>
                      <a:pt x="0" y="914"/>
                      <a:pt x="0" y="2048"/>
                    </a:cubicBezTo>
                    <a:cubicBezTo>
                      <a:pt x="0" y="3182"/>
                      <a:pt x="946" y="4096"/>
                      <a:pt x="2048" y="4096"/>
                    </a:cubicBezTo>
                    <a:cubicBezTo>
                      <a:pt x="3182" y="4096"/>
                      <a:pt x="4096" y="3182"/>
                      <a:pt x="4096" y="2048"/>
                    </a:cubicBezTo>
                    <a:cubicBezTo>
                      <a:pt x="4096" y="914"/>
                      <a:pt x="3182" y="0"/>
                      <a:pt x="20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5" name="Google Shape;662;p27">
            <a:extLst>
              <a:ext uri="{FF2B5EF4-FFF2-40B4-BE49-F238E27FC236}">
                <a16:creationId xmlns:a16="http://schemas.microsoft.com/office/drawing/2014/main" id="{017B603E-E78D-51DD-6700-556AA24DB151}"/>
              </a:ext>
            </a:extLst>
          </p:cNvPr>
          <p:cNvGrpSpPr/>
          <p:nvPr/>
        </p:nvGrpSpPr>
        <p:grpSpPr>
          <a:xfrm>
            <a:off x="2764662" y="1496817"/>
            <a:ext cx="1011699" cy="1029369"/>
            <a:chOff x="6201981" y="1476850"/>
            <a:chExt cx="2222593" cy="1950408"/>
          </a:xfrm>
        </p:grpSpPr>
        <p:sp>
          <p:nvSpPr>
            <p:cNvPr id="76" name="Google Shape;663;p27">
              <a:extLst>
                <a:ext uri="{FF2B5EF4-FFF2-40B4-BE49-F238E27FC236}">
                  <a16:creationId xmlns:a16="http://schemas.microsoft.com/office/drawing/2014/main" id="{04ABD990-413D-A62D-FA82-5A2CFD27D5DB}"/>
                </a:ext>
              </a:extLst>
            </p:cNvPr>
            <p:cNvSpPr/>
            <p:nvPr/>
          </p:nvSpPr>
          <p:spPr>
            <a:xfrm>
              <a:off x="6201981" y="1476850"/>
              <a:ext cx="2222593" cy="1267066"/>
            </a:xfrm>
            <a:custGeom>
              <a:avLst/>
              <a:gdLst/>
              <a:ahLst/>
              <a:cxnLst/>
              <a:rect l="l" t="t" r="r" b="b"/>
              <a:pathLst>
                <a:path w="32311" h="18420" extrusionOk="0">
                  <a:moveTo>
                    <a:pt x="0" y="0"/>
                  </a:moveTo>
                  <a:lnTo>
                    <a:pt x="7933" y="9210"/>
                  </a:lnTo>
                  <a:lnTo>
                    <a:pt x="0" y="18420"/>
                  </a:lnTo>
                  <a:lnTo>
                    <a:pt x="24347" y="18420"/>
                  </a:lnTo>
                  <a:lnTo>
                    <a:pt x="32311" y="9210"/>
                  </a:lnTo>
                  <a:lnTo>
                    <a:pt x="2434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664;p27">
              <a:extLst>
                <a:ext uri="{FF2B5EF4-FFF2-40B4-BE49-F238E27FC236}">
                  <a16:creationId xmlns:a16="http://schemas.microsoft.com/office/drawing/2014/main" id="{49798A86-C5D6-C6CB-8FA1-3199D997D426}"/>
                </a:ext>
              </a:extLst>
            </p:cNvPr>
            <p:cNvSpPr/>
            <p:nvPr/>
          </p:nvSpPr>
          <p:spPr>
            <a:xfrm>
              <a:off x="6937636" y="3243601"/>
              <a:ext cx="497678" cy="69"/>
            </a:xfrm>
            <a:custGeom>
              <a:avLst/>
              <a:gdLst/>
              <a:ahLst/>
              <a:cxnLst/>
              <a:rect l="l" t="t" r="r" b="b"/>
              <a:pathLst>
                <a:path w="7235" h="1" fill="none" extrusionOk="0">
                  <a:moveTo>
                    <a:pt x="7234" y="0"/>
                  </a:moveTo>
                  <a:lnTo>
                    <a:pt x="0" y="0"/>
                  </a:lnTo>
                </a:path>
              </a:pathLst>
            </a:custGeom>
            <a:noFill/>
            <a:ln w="8350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665;p27">
              <a:extLst>
                <a:ext uri="{FF2B5EF4-FFF2-40B4-BE49-F238E27FC236}">
                  <a16:creationId xmlns:a16="http://schemas.microsoft.com/office/drawing/2014/main" id="{31C31E7C-51D1-58DE-ECED-56D16D97BBAF}"/>
                </a:ext>
              </a:extLst>
            </p:cNvPr>
            <p:cNvSpPr/>
            <p:nvPr/>
          </p:nvSpPr>
          <p:spPr>
            <a:xfrm>
              <a:off x="7186441" y="2743857"/>
              <a:ext cx="69" cy="499810"/>
            </a:xfrm>
            <a:custGeom>
              <a:avLst/>
              <a:gdLst/>
              <a:ahLst/>
              <a:cxnLst/>
              <a:rect l="l" t="t" r="r" b="b"/>
              <a:pathLst>
                <a:path w="1" h="7266" fill="none" extrusionOk="0">
                  <a:moveTo>
                    <a:pt x="0" y="1"/>
                  </a:moveTo>
                  <a:lnTo>
                    <a:pt x="0" y="7265"/>
                  </a:lnTo>
                </a:path>
              </a:pathLst>
            </a:custGeom>
            <a:noFill/>
            <a:ln w="8350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667;p27">
              <a:extLst>
                <a:ext uri="{FF2B5EF4-FFF2-40B4-BE49-F238E27FC236}">
                  <a16:creationId xmlns:a16="http://schemas.microsoft.com/office/drawing/2014/main" id="{297944F0-6ED2-ACBB-E815-924EAC85F444}"/>
                </a:ext>
              </a:extLst>
            </p:cNvPr>
            <p:cNvSpPr txBox="1"/>
            <p:nvPr/>
          </p:nvSpPr>
          <p:spPr>
            <a:xfrm>
              <a:off x="6392337" y="3187859"/>
              <a:ext cx="1687501" cy="239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 b="1" dirty="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FI</a:t>
              </a:r>
              <a:endParaRPr sz="1800" b="1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81" name="Google Shape;668;p27">
              <a:extLst>
                <a:ext uri="{FF2B5EF4-FFF2-40B4-BE49-F238E27FC236}">
                  <a16:creationId xmlns:a16="http://schemas.microsoft.com/office/drawing/2014/main" id="{0AADD5C8-32DF-F8F1-A9DE-5377073368A4}"/>
                </a:ext>
              </a:extLst>
            </p:cNvPr>
            <p:cNvSpPr/>
            <p:nvPr/>
          </p:nvSpPr>
          <p:spPr>
            <a:xfrm>
              <a:off x="7159265" y="1906833"/>
              <a:ext cx="442516" cy="407107"/>
            </a:xfrm>
            <a:custGeom>
              <a:avLst/>
              <a:gdLst/>
              <a:ahLst/>
              <a:cxnLst/>
              <a:rect l="l" t="t" r="r" b="b"/>
              <a:pathLst>
                <a:path w="11910" h="10957" extrusionOk="0">
                  <a:moveTo>
                    <a:pt x="7325" y="654"/>
                  </a:moveTo>
                  <a:cubicBezTo>
                    <a:pt x="7412" y="654"/>
                    <a:pt x="7498" y="686"/>
                    <a:pt x="7561" y="749"/>
                  </a:cubicBezTo>
                  <a:lnTo>
                    <a:pt x="10995" y="4088"/>
                  </a:lnTo>
                  <a:cubicBezTo>
                    <a:pt x="11122" y="4246"/>
                    <a:pt x="11122" y="4466"/>
                    <a:pt x="10995" y="4592"/>
                  </a:cubicBezTo>
                  <a:lnTo>
                    <a:pt x="10082" y="5506"/>
                  </a:lnTo>
                  <a:lnTo>
                    <a:pt x="7404" y="2859"/>
                  </a:lnTo>
                  <a:cubicBezTo>
                    <a:pt x="7215" y="2670"/>
                    <a:pt x="6955" y="2576"/>
                    <a:pt x="6691" y="2576"/>
                  </a:cubicBezTo>
                  <a:cubicBezTo>
                    <a:pt x="6427" y="2576"/>
                    <a:pt x="6159" y="2670"/>
                    <a:pt x="5955" y="2859"/>
                  </a:cubicBezTo>
                  <a:lnTo>
                    <a:pt x="4978" y="3805"/>
                  </a:lnTo>
                  <a:cubicBezTo>
                    <a:pt x="4915" y="3868"/>
                    <a:pt x="4828" y="3899"/>
                    <a:pt x="4742" y="3899"/>
                  </a:cubicBezTo>
                  <a:cubicBezTo>
                    <a:pt x="4655" y="3899"/>
                    <a:pt x="4568" y="3868"/>
                    <a:pt x="4505" y="3805"/>
                  </a:cubicBezTo>
                  <a:cubicBezTo>
                    <a:pt x="4379" y="3679"/>
                    <a:pt x="4379" y="3458"/>
                    <a:pt x="4505" y="3332"/>
                  </a:cubicBezTo>
                  <a:lnTo>
                    <a:pt x="5955" y="1883"/>
                  </a:lnTo>
                  <a:lnTo>
                    <a:pt x="7089" y="749"/>
                  </a:lnTo>
                  <a:cubicBezTo>
                    <a:pt x="7152" y="686"/>
                    <a:pt x="7239" y="654"/>
                    <a:pt x="7325" y="654"/>
                  </a:cubicBezTo>
                  <a:close/>
                  <a:moveTo>
                    <a:pt x="2808" y="5183"/>
                  </a:moveTo>
                  <a:cubicBezTo>
                    <a:pt x="2899" y="5183"/>
                    <a:pt x="2993" y="5207"/>
                    <a:pt x="3056" y="5254"/>
                  </a:cubicBezTo>
                  <a:cubicBezTo>
                    <a:pt x="3151" y="5380"/>
                    <a:pt x="3151" y="5632"/>
                    <a:pt x="3056" y="5726"/>
                  </a:cubicBezTo>
                  <a:lnTo>
                    <a:pt x="2048" y="6735"/>
                  </a:lnTo>
                  <a:cubicBezTo>
                    <a:pt x="2001" y="6782"/>
                    <a:pt x="1914" y="6805"/>
                    <a:pt x="1824" y="6805"/>
                  </a:cubicBezTo>
                  <a:cubicBezTo>
                    <a:pt x="1733" y="6805"/>
                    <a:pt x="1639" y="6782"/>
                    <a:pt x="1576" y="6735"/>
                  </a:cubicBezTo>
                  <a:cubicBezTo>
                    <a:pt x="1449" y="6609"/>
                    <a:pt x="1449" y="6357"/>
                    <a:pt x="1576" y="6262"/>
                  </a:cubicBezTo>
                  <a:lnTo>
                    <a:pt x="2584" y="5254"/>
                  </a:lnTo>
                  <a:cubicBezTo>
                    <a:pt x="2631" y="5207"/>
                    <a:pt x="2718" y="5183"/>
                    <a:pt x="2808" y="5183"/>
                  </a:cubicBezTo>
                  <a:close/>
                  <a:moveTo>
                    <a:pt x="3785" y="6167"/>
                  </a:moveTo>
                  <a:cubicBezTo>
                    <a:pt x="3875" y="6167"/>
                    <a:pt x="3970" y="6199"/>
                    <a:pt x="4033" y="6262"/>
                  </a:cubicBezTo>
                  <a:cubicBezTo>
                    <a:pt x="4159" y="6357"/>
                    <a:pt x="4159" y="6609"/>
                    <a:pt x="4033" y="6735"/>
                  </a:cubicBezTo>
                  <a:lnTo>
                    <a:pt x="3056" y="7711"/>
                  </a:lnTo>
                  <a:cubicBezTo>
                    <a:pt x="2993" y="7774"/>
                    <a:pt x="2899" y="7806"/>
                    <a:pt x="2808" y="7806"/>
                  </a:cubicBezTo>
                  <a:cubicBezTo>
                    <a:pt x="2718" y="7806"/>
                    <a:pt x="2631" y="7774"/>
                    <a:pt x="2584" y="7711"/>
                  </a:cubicBezTo>
                  <a:cubicBezTo>
                    <a:pt x="2395" y="7554"/>
                    <a:pt x="2395" y="7365"/>
                    <a:pt x="2584" y="7239"/>
                  </a:cubicBezTo>
                  <a:lnTo>
                    <a:pt x="3560" y="6262"/>
                  </a:lnTo>
                  <a:cubicBezTo>
                    <a:pt x="3608" y="6199"/>
                    <a:pt x="3694" y="6167"/>
                    <a:pt x="3785" y="6167"/>
                  </a:cubicBezTo>
                  <a:close/>
                  <a:moveTo>
                    <a:pt x="4730" y="7113"/>
                  </a:moveTo>
                  <a:cubicBezTo>
                    <a:pt x="4821" y="7113"/>
                    <a:pt x="4915" y="7144"/>
                    <a:pt x="4978" y="7207"/>
                  </a:cubicBezTo>
                  <a:cubicBezTo>
                    <a:pt x="5073" y="7302"/>
                    <a:pt x="5073" y="7554"/>
                    <a:pt x="4978" y="7680"/>
                  </a:cubicBezTo>
                  <a:lnTo>
                    <a:pt x="4001" y="8656"/>
                  </a:lnTo>
                  <a:cubicBezTo>
                    <a:pt x="3938" y="8719"/>
                    <a:pt x="3844" y="8751"/>
                    <a:pt x="3749" y="8751"/>
                  </a:cubicBezTo>
                  <a:cubicBezTo>
                    <a:pt x="3655" y="8751"/>
                    <a:pt x="3560" y="8719"/>
                    <a:pt x="3497" y="8656"/>
                  </a:cubicBezTo>
                  <a:cubicBezTo>
                    <a:pt x="3403" y="8530"/>
                    <a:pt x="3403" y="8310"/>
                    <a:pt x="3497" y="8184"/>
                  </a:cubicBezTo>
                  <a:lnTo>
                    <a:pt x="4505" y="7207"/>
                  </a:lnTo>
                  <a:cubicBezTo>
                    <a:pt x="4553" y="7144"/>
                    <a:pt x="4639" y="7113"/>
                    <a:pt x="4730" y="7113"/>
                  </a:cubicBezTo>
                  <a:close/>
                  <a:moveTo>
                    <a:pt x="4100" y="969"/>
                  </a:moveTo>
                  <a:cubicBezTo>
                    <a:pt x="4190" y="969"/>
                    <a:pt x="4285" y="1001"/>
                    <a:pt x="4348" y="1064"/>
                  </a:cubicBezTo>
                  <a:lnTo>
                    <a:pt x="5041" y="1725"/>
                  </a:lnTo>
                  <a:lnTo>
                    <a:pt x="3938" y="2828"/>
                  </a:lnTo>
                  <a:cubicBezTo>
                    <a:pt x="3560" y="3206"/>
                    <a:pt x="3560" y="3899"/>
                    <a:pt x="3938" y="4277"/>
                  </a:cubicBezTo>
                  <a:cubicBezTo>
                    <a:pt x="4143" y="4482"/>
                    <a:pt x="4411" y="4584"/>
                    <a:pt x="4675" y="4584"/>
                  </a:cubicBezTo>
                  <a:cubicBezTo>
                    <a:pt x="4939" y="4584"/>
                    <a:pt x="5199" y="4482"/>
                    <a:pt x="5388" y="4277"/>
                  </a:cubicBezTo>
                  <a:lnTo>
                    <a:pt x="6396" y="3332"/>
                  </a:lnTo>
                  <a:cubicBezTo>
                    <a:pt x="6443" y="3269"/>
                    <a:pt x="6530" y="3238"/>
                    <a:pt x="6620" y="3238"/>
                  </a:cubicBezTo>
                  <a:cubicBezTo>
                    <a:pt x="6711" y="3238"/>
                    <a:pt x="6805" y="3269"/>
                    <a:pt x="6868" y="3332"/>
                  </a:cubicBezTo>
                  <a:lnTo>
                    <a:pt x="10334" y="6735"/>
                  </a:lnTo>
                  <a:cubicBezTo>
                    <a:pt x="10491" y="6829"/>
                    <a:pt x="10491" y="7113"/>
                    <a:pt x="10365" y="7239"/>
                  </a:cubicBezTo>
                  <a:cubicBezTo>
                    <a:pt x="10302" y="7302"/>
                    <a:pt x="10216" y="7333"/>
                    <a:pt x="10129" y="7333"/>
                  </a:cubicBezTo>
                  <a:cubicBezTo>
                    <a:pt x="10042" y="7333"/>
                    <a:pt x="9956" y="7302"/>
                    <a:pt x="9893" y="7239"/>
                  </a:cubicBezTo>
                  <a:lnTo>
                    <a:pt x="8444" y="5789"/>
                  </a:lnTo>
                  <a:cubicBezTo>
                    <a:pt x="8381" y="5726"/>
                    <a:pt x="8286" y="5695"/>
                    <a:pt x="8195" y="5695"/>
                  </a:cubicBezTo>
                  <a:cubicBezTo>
                    <a:pt x="8105" y="5695"/>
                    <a:pt x="8018" y="5726"/>
                    <a:pt x="7971" y="5789"/>
                  </a:cubicBezTo>
                  <a:cubicBezTo>
                    <a:pt x="7845" y="5884"/>
                    <a:pt x="7845" y="6136"/>
                    <a:pt x="7971" y="6262"/>
                  </a:cubicBezTo>
                  <a:lnTo>
                    <a:pt x="9420" y="7711"/>
                  </a:lnTo>
                  <a:cubicBezTo>
                    <a:pt x="9546" y="7837"/>
                    <a:pt x="9546" y="8058"/>
                    <a:pt x="9420" y="8184"/>
                  </a:cubicBezTo>
                  <a:cubicBezTo>
                    <a:pt x="9357" y="8247"/>
                    <a:pt x="9271" y="8278"/>
                    <a:pt x="9184" y="8278"/>
                  </a:cubicBezTo>
                  <a:cubicBezTo>
                    <a:pt x="9097" y="8278"/>
                    <a:pt x="9011" y="8247"/>
                    <a:pt x="8948" y="8184"/>
                  </a:cubicBezTo>
                  <a:lnTo>
                    <a:pt x="7498" y="6735"/>
                  </a:lnTo>
                  <a:cubicBezTo>
                    <a:pt x="7435" y="6672"/>
                    <a:pt x="7341" y="6640"/>
                    <a:pt x="7250" y="6640"/>
                  </a:cubicBezTo>
                  <a:cubicBezTo>
                    <a:pt x="7160" y="6640"/>
                    <a:pt x="7073" y="6672"/>
                    <a:pt x="7026" y="6735"/>
                  </a:cubicBezTo>
                  <a:cubicBezTo>
                    <a:pt x="6900" y="6829"/>
                    <a:pt x="6900" y="7081"/>
                    <a:pt x="7026" y="7176"/>
                  </a:cubicBezTo>
                  <a:lnTo>
                    <a:pt x="8475" y="8656"/>
                  </a:lnTo>
                  <a:cubicBezTo>
                    <a:pt x="8601" y="8751"/>
                    <a:pt x="8601" y="9003"/>
                    <a:pt x="8475" y="9129"/>
                  </a:cubicBezTo>
                  <a:cubicBezTo>
                    <a:pt x="8412" y="9176"/>
                    <a:pt x="8325" y="9200"/>
                    <a:pt x="8239" y="9200"/>
                  </a:cubicBezTo>
                  <a:cubicBezTo>
                    <a:pt x="8152" y="9200"/>
                    <a:pt x="8066" y="9176"/>
                    <a:pt x="8003" y="9129"/>
                  </a:cubicBezTo>
                  <a:lnTo>
                    <a:pt x="6459" y="7648"/>
                  </a:lnTo>
                  <a:cubicBezTo>
                    <a:pt x="6270" y="7459"/>
                    <a:pt x="6018" y="7396"/>
                    <a:pt x="5797" y="7396"/>
                  </a:cubicBezTo>
                  <a:cubicBezTo>
                    <a:pt x="5797" y="7144"/>
                    <a:pt x="5671" y="6924"/>
                    <a:pt x="5482" y="6735"/>
                  </a:cubicBezTo>
                  <a:cubicBezTo>
                    <a:pt x="5293" y="6514"/>
                    <a:pt x="5041" y="6451"/>
                    <a:pt x="4821" y="6388"/>
                  </a:cubicBezTo>
                  <a:cubicBezTo>
                    <a:pt x="4821" y="6167"/>
                    <a:pt x="4694" y="5947"/>
                    <a:pt x="4505" y="5726"/>
                  </a:cubicBezTo>
                  <a:cubicBezTo>
                    <a:pt x="4285" y="5537"/>
                    <a:pt x="4064" y="5474"/>
                    <a:pt x="3812" y="5411"/>
                  </a:cubicBezTo>
                  <a:cubicBezTo>
                    <a:pt x="3812" y="5191"/>
                    <a:pt x="3718" y="4939"/>
                    <a:pt x="3497" y="4750"/>
                  </a:cubicBezTo>
                  <a:cubicBezTo>
                    <a:pt x="3308" y="4561"/>
                    <a:pt x="3048" y="4466"/>
                    <a:pt x="2785" y="4466"/>
                  </a:cubicBezTo>
                  <a:cubicBezTo>
                    <a:pt x="2521" y="4466"/>
                    <a:pt x="2253" y="4561"/>
                    <a:pt x="2048" y="4750"/>
                  </a:cubicBezTo>
                  <a:lnTo>
                    <a:pt x="1544" y="5254"/>
                  </a:lnTo>
                  <a:lnTo>
                    <a:pt x="819" y="4561"/>
                  </a:lnTo>
                  <a:cubicBezTo>
                    <a:pt x="725" y="4435"/>
                    <a:pt x="725" y="4183"/>
                    <a:pt x="819" y="4088"/>
                  </a:cubicBezTo>
                  <a:lnTo>
                    <a:pt x="3875" y="1064"/>
                  </a:lnTo>
                  <a:cubicBezTo>
                    <a:pt x="3923" y="1001"/>
                    <a:pt x="4009" y="969"/>
                    <a:pt x="4100" y="969"/>
                  </a:cubicBezTo>
                  <a:close/>
                  <a:moveTo>
                    <a:pt x="5718" y="8089"/>
                  </a:moveTo>
                  <a:cubicBezTo>
                    <a:pt x="5805" y="8089"/>
                    <a:pt x="5892" y="8121"/>
                    <a:pt x="5955" y="8184"/>
                  </a:cubicBezTo>
                  <a:cubicBezTo>
                    <a:pt x="6081" y="8310"/>
                    <a:pt x="6081" y="8530"/>
                    <a:pt x="5955" y="8656"/>
                  </a:cubicBezTo>
                  <a:lnTo>
                    <a:pt x="4978" y="9633"/>
                  </a:lnTo>
                  <a:cubicBezTo>
                    <a:pt x="4915" y="9696"/>
                    <a:pt x="4821" y="9728"/>
                    <a:pt x="4730" y="9728"/>
                  </a:cubicBezTo>
                  <a:cubicBezTo>
                    <a:pt x="4639" y="9728"/>
                    <a:pt x="4553" y="9696"/>
                    <a:pt x="4505" y="9633"/>
                  </a:cubicBezTo>
                  <a:cubicBezTo>
                    <a:pt x="4379" y="9507"/>
                    <a:pt x="4379" y="9286"/>
                    <a:pt x="4505" y="9160"/>
                  </a:cubicBezTo>
                  <a:lnTo>
                    <a:pt x="5482" y="8184"/>
                  </a:lnTo>
                  <a:cubicBezTo>
                    <a:pt x="5545" y="8121"/>
                    <a:pt x="5632" y="8089"/>
                    <a:pt x="5718" y="8089"/>
                  </a:cubicBezTo>
                  <a:close/>
                  <a:moveTo>
                    <a:pt x="6616" y="8877"/>
                  </a:moveTo>
                  <a:lnTo>
                    <a:pt x="7467" y="9665"/>
                  </a:lnTo>
                  <a:cubicBezTo>
                    <a:pt x="7593" y="9759"/>
                    <a:pt x="7593" y="9980"/>
                    <a:pt x="7435" y="10106"/>
                  </a:cubicBezTo>
                  <a:cubicBezTo>
                    <a:pt x="7388" y="10169"/>
                    <a:pt x="7286" y="10200"/>
                    <a:pt x="7179" y="10200"/>
                  </a:cubicBezTo>
                  <a:cubicBezTo>
                    <a:pt x="7073" y="10200"/>
                    <a:pt x="6963" y="10169"/>
                    <a:pt x="6900" y="10106"/>
                  </a:cubicBezTo>
                  <a:lnTo>
                    <a:pt x="6207" y="9412"/>
                  </a:lnTo>
                  <a:lnTo>
                    <a:pt x="6427" y="9160"/>
                  </a:lnTo>
                  <a:cubicBezTo>
                    <a:pt x="6522" y="9097"/>
                    <a:pt x="6585" y="8971"/>
                    <a:pt x="6616" y="8877"/>
                  </a:cubicBezTo>
                  <a:close/>
                  <a:moveTo>
                    <a:pt x="7309" y="0"/>
                  </a:moveTo>
                  <a:cubicBezTo>
                    <a:pt x="7042" y="0"/>
                    <a:pt x="6774" y="103"/>
                    <a:pt x="6585" y="308"/>
                  </a:cubicBezTo>
                  <a:lnTo>
                    <a:pt x="5608" y="1284"/>
                  </a:lnTo>
                  <a:lnTo>
                    <a:pt x="4852" y="560"/>
                  </a:lnTo>
                  <a:cubicBezTo>
                    <a:pt x="4656" y="394"/>
                    <a:pt x="4409" y="307"/>
                    <a:pt x="4163" y="307"/>
                  </a:cubicBezTo>
                  <a:cubicBezTo>
                    <a:pt x="3897" y="307"/>
                    <a:pt x="3631" y="409"/>
                    <a:pt x="3434" y="623"/>
                  </a:cubicBezTo>
                  <a:lnTo>
                    <a:pt x="410" y="3647"/>
                  </a:lnTo>
                  <a:cubicBezTo>
                    <a:pt x="0" y="4025"/>
                    <a:pt x="0" y="4718"/>
                    <a:pt x="410" y="5096"/>
                  </a:cubicBezTo>
                  <a:lnTo>
                    <a:pt x="1103" y="5821"/>
                  </a:lnTo>
                  <a:cubicBezTo>
                    <a:pt x="725" y="6199"/>
                    <a:pt x="725" y="6829"/>
                    <a:pt x="1103" y="7239"/>
                  </a:cubicBezTo>
                  <a:cubicBezTo>
                    <a:pt x="1292" y="7428"/>
                    <a:pt x="1544" y="7491"/>
                    <a:pt x="1765" y="7554"/>
                  </a:cubicBezTo>
                  <a:cubicBezTo>
                    <a:pt x="1765" y="7774"/>
                    <a:pt x="1891" y="8026"/>
                    <a:pt x="2080" y="8215"/>
                  </a:cubicBezTo>
                  <a:cubicBezTo>
                    <a:pt x="2300" y="8404"/>
                    <a:pt x="2521" y="8499"/>
                    <a:pt x="2773" y="8530"/>
                  </a:cubicBezTo>
                  <a:cubicBezTo>
                    <a:pt x="2773" y="8751"/>
                    <a:pt x="2867" y="9003"/>
                    <a:pt x="3088" y="9192"/>
                  </a:cubicBezTo>
                  <a:cubicBezTo>
                    <a:pt x="3277" y="9381"/>
                    <a:pt x="3497" y="9475"/>
                    <a:pt x="3749" y="9507"/>
                  </a:cubicBezTo>
                  <a:cubicBezTo>
                    <a:pt x="3749" y="9759"/>
                    <a:pt x="3875" y="9980"/>
                    <a:pt x="4064" y="10169"/>
                  </a:cubicBezTo>
                  <a:cubicBezTo>
                    <a:pt x="4253" y="10373"/>
                    <a:pt x="4521" y="10476"/>
                    <a:pt x="4789" y="10476"/>
                  </a:cubicBezTo>
                  <a:cubicBezTo>
                    <a:pt x="5057" y="10476"/>
                    <a:pt x="5325" y="10373"/>
                    <a:pt x="5514" y="10169"/>
                  </a:cubicBezTo>
                  <a:lnTo>
                    <a:pt x="5766" y="9948"/>
                  </a:lnTo>
                  <a:lnTo>
                    <a:pt x="6459" y="10673"/>
                  </a:lnTo>
                  <a:cubicBezTo>
                    <a:pt x="6664" y="10862"/>
                    <a:pt x="6939" y="10956"/>
                    <a:pt x="7219" y="10956"/>
                  </a:cubicBezTo>
                  <a:cubicBezTo>
                    <a:pt x="7498" y="10956"/>
                    <a:pt x="7782" y="10862"/>
                    <a:pt x="8003" y="10673"/>
                  </a:cubicBezTo>
                  <a:cubicBezTo>
                    <a:pt x="8192" y="10452"/>
                    <a:pt x="8286" y="10232"/>
                    <a:pt x="8318" y="9980"/>
                  </a:cubicBezTo>
                  <a:cubicBezTo>
                    <a:pt x="8538" y="9980"/>
                    <a:pt x="8790" y="9885"/>
                    <a:pt x="8979" y="9665"/>
                  </a:cubicBezTo>
                  <a:cubicBezTo>
                    <a:pt x="9168" y="9475"/>
                    <a:pt x="9263" y="9255"/>
                    <a:pt x="9294" y="9003"/>
                  </a:cubicBezTo>
                  <a:cubicBezTo>
                    <a:pt x="9546" y="9003"/>
                    <a:pt x="9767" y="8877"/>
                    <a:pt x="9956" y="8688"/>
                  </a:cubicBezTo>
                  <a:cubicBezTo>
                    <a:pt x="10176" y="8499"/>
                    <a:pt x="10239" y="8247"/>
                    <a:pt x="10271" y="8026"/>
                  </a:cubicBezTo>
                  <a:cubicBezTo>
                    <a:pt x="10523" y="8026"/>
                    <a:pt x="10743" y="7900"/>
                    <a:pt x="10964" y="7711"/>
                  </a:cubicBezTo>
                  <a:cubicBezTo>
                    <a:pt x="11342" y="7302"/>
                    <a:pt x="11342" y="6640"/>
                    <a:pt x="10964" y="6262"/>
                  </a:cubicBezTo>
                  <a:lnTo>
                    <a:pt x="10680" y="5978"/>
                  </a:lnTo>
                  <a:lnTo>
                    <a:pt x="11594" y="5065"/>
                  </a:lnTo>
                  <a:cubicBezTo>
                    <a:pt x="11909" y="4687"/>
                    <a:pt x="11909" y="4057"/>
                    <a:pt x="11468" y="3647"/>
                  </a:cubicBezTo>
                  <a:lnTo>
                    <a:pt x="8034" y="308"/>
                  </a:lnTo>
                  <a:cubicBezTo>
                    <a:pt x="7845" y="103"/>
                    <a:pt x="7577" y="0"/>
                    <a:pt x="73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Medio marco 1">
            <a:extLst>
              <a:ext uri="{FF2B5EF4-FFF2-40B4-BE49-F238E27FC236}">
                <a16:creationId xmlns:a16="http://schemas.microsoft.com/office/drawing/2014/main" id="{5C850B6E-44DB-7A43-23CA-7765FB48B275}"/>
              </a:ext>
            </a:extLst>
          </p:cNvPr>
          <p:cNvSpPr/>
          <p:nvPr/>
        </p:nvSpPr>
        <p:spPr>
          <a:xfrm rot="18776229">
            <a:off x="8577818" y="2755240"/>
            <a:ext cx="177333" cy="159879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3" name="Medio marco 2">
            <a:extLst>
              <a:ext uri="{FF2B5EF4-FFF2-40B4-BE49-F238E27FC236}">
                <a16:creationId xmlns:a16="http://schemas.microsoft.com/office/drawing/2014/main" id="{23878967-4690-769A-F539-206883BB947E}"/>
              </a:ext>
            </a:extLst>
          </p:cNvPr>
          <p:cNvSpPr/>
          <p:nvPr/>
        </p:nvSpPr>
        <p:spPr>
          <a:xfrm rot="18776229">
            <a:off x="3027785" y="3858462"/>
            <a:ext cx="177333" cy="159879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80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6D40F2AD-7202-A948-0750-06E19D8E4888}"/>
              </a:ext>
            </a:extLst>
          </p:cNvPr>
          <p:cNvSpPr txBox="1"/>
          <p:nvPr/>
        </p:nvSpPr>
        <p:spPr>
          <a:xfrm>
            <a:off x="2286000" y="24178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ACFD79-7E71-192E-06D6-93F9022F203F}"/>
              </a:ext>
            </a:extLst>
          </p:cNvPr>
          <p:cNvSpPr txBox="1"/>
          <p:nvPr/>
        </p:nvSpPr>
        <p:spPr>
          <a:xfrm>
            <a:off x="2286000" y="24178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5E8EA0A-09C2-7C1E-806F-D9F8CABC1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419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2FC80CC-CB72-4412-1B2F-84FFC38EAEAD}"/>
              </a:ext>
            </a:extLst>
          </p:cNvPr>
          <p:cNvSpPr txBox="1"/>
          <p:nvPr/>
        </p:nvSpPr>
        <p:spPr>
          <a:xfrm>
            <a:off x="2286000" y="24178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A538914-6D2B-F864-C007-9AF7F5B7A4C9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IV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87420D6-A767-9060-F6A2-FE9EA550A31E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Análisis Externo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1868FF8-A2C6-C2A1-A585-177BEA8109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97700" y="602968"/>
            <a:ext cx="5141332" cy="4589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631;p27">
            <a:extLst>
              <a:ext uri="{FF2B5EF4-FFF2-40B4-BE49-F238E27FC236}">
                <a16:creationId xmlns:a16="http://schemas.microsoft.com/office/drawing/2014/main" id="{2B52034A-2E32-CF3C-0F3D-741B3FD7D54B}"/>
              </a:ext>
            </a:extLst>
          </p:cNvPr>
          <p:cNvGrpSpPr/>
          <p:nvPr/>
        </p:nvGrpSpPr>
        <p:grpSpPr>
          <a:xfrm>
            <a:off x="312795" y="813967"/>
            <a:ext cx="1076414" cy="901666"/>
            <a:chOff x="662127" y="1538751"/>
            <a:chExt cx="2364765" cy="1704919"/>
          </a:xfrm>
        </p:grpSpPr>
        <p:sp>
          <p:nvSpPr>
            <p:cNvPr id="4" name="Google Shape;632;p27">
              <a:extLst>
                <a:ext uri="{FF2B5EF4-FFF2-40B4-BE49-F238E27FC236}">
                  <a16:creationId xmlns:a16="http://schemas.microsoft.com/office/drawing/2014/main" id="{CF285596-0433-C942-EAB0-32AFD5BF59F2}"/>
                </a:ext>
              </a:extLst>
            </p:cNvPr>
            <p:cNvSpPr/>
            <p:nvPr/>
          </p:nvSpPr>
          <p:spPr>
            <a:xfrm>
              <a:off x="804299" y="1538751"/>
              <a:ext cx="2222593" cy="1267065"/>
            </a:xfrm>
            <a:custGeom>
              <a:avLst/>
              <a:gdLst/>
              <a:ahLst/>
              <a:cxnLst/>
              <a:rect l="l" t="t" r="r" b="b"/>
              <a:pathLst>
                <a:path w="32311" h="18420" extrusionOk="0">
                  <a:moveTo>
                    <a:pt x="0" y="0"/>
                  </a:moveTo>
                  <a:lnTo>
                    <a:pt x="7964" y="9210"/>
                  </a:lnTo>
                  <a:lnTo>
                    <a:pt x="0" y="18420"/>
                  </a:lnTo>
                  <a:lnTo>
                    <a:pt x="24347" y="18420"/>
                  </a:lnTo>
                  <a:lnTo>
                    <a:pt x="32311" y="9210"/>
                  </a:lnTo>
                  <a:lnTo>
                    <a:pt x="243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634;p27">
              <a:extLst>
                <a:ext uri="{FF2B5EF4-FFF2-40B4-BE49-F238E27FC236}">
                  <a16:creationId xmlns:a16="http://schemas.microsoft.com/office/drawing/2014/main" id="{6A081972-380A-3797-7B62-2601AEBADA0F}"/>
                </a:ext>
              </a:extLst>
            </p:cNvPr>
            <p:cNvSpPr/>
            <p:nvPr/>
          </p:nvSpPr>
          <p:spPr>
            <a:xfrm>
              <a:off x="1523517" y="3243601"/>
              <a:ext cx="499810" cy="69"/>
            </a:xfrm>
            <a:custGeom>
              <a:avLst/>
              <a:gdLst/>
              <a:ahLst/>
              <a:cxnLst/>
              <a:rect l="l" t="t" r="r" b="b"/>
              <a:pathLst>
                <a:path w="7266" h="1" fill="none" extrusionOk="0">
                  <a:moveTo>
                    <a:pt x="7266" y="0"/>
                  </a:moveTo>
                  <a:lnTo>
                    <a:pt x="1" y="0"/>
                  </a:lnTo>
                </a:path>
              </a:pathLst>
            </a:custGeom>
            <a:noFill/>
            <a:ln w="8350" cap="flat" cmpd="sng">
              <a:solidFill>
                <a:schemeClr val="dk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36;p27">
              <a:extLst>
                <a:ext uri="{FF2B5EF4-FFF2-40B4-BE49-F238E27FC236}">
                  <a16:creationId xmlns:a16="http://schemas.microsoft.com/office/drawing/2014/main" id="{917A612B-663B-7738-B298-A1E2281DB90B}"/>
                </a:ext>
              </a:extLst>
            </p:cNvPr>
            <p:cNvSpPr txBox="1"/>
            <p:nvPr/>
          </p:nvSpPr>
          <p:spPr>
            <a:xfrm>
              <a:off x="662127" y="2943257"/>
              <a:ext cx="2364765" cy="27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accent3">
                      <a:lumMod val="75000"/>
                    </a:schemeClr>
                  </a:solidFill>
                  <a:latin typeface="Fira Sans"/>
                  <a:ea typeface="Fira Sans"/>
                  <a:cs typeface="Fira Sans"/>
                  <a:sym typeface="Fira Sans"/>
                </a:rPr>
                <a:t>Fortaleza</a:t>
              </a:r>
              <a:endParaRPr b="1" dirty="0">
                <a:solidFill>
                  <a:schemeClr val="accent3">
                    <a:lumMod val="75000"/>
                  </a:schemeClr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9" name="Google Shape;637;p27">
              <a:extLst>
                <a:ext uri="{FF2B5EF4-FFF2-40B4-BE49-F238E27FC236}">
                  <a16:creationId xmlns:a16="http://schemas.microsoft.com/office/drawing/2014/main" id="{6B2C9469-1795-D9B5-2CF9-F19710098CAB}"/>
                </a:ext>
              </a:extLst>
            </p:cNvPr>
            <p:cNvGrpSpPr/>
            <p:nvPr/>
          </p:nvGrpSpPr>
          <p:grpSpPr>
            <a:xfrm>
              <a:off x="1649220" y="1860477"/>
              <a:ext cx="497513" cy="499811"/>
              <a:chOff x="1649220" y="1860477"/>
              <a:chExt cx="497513" cy="499811"/>
            </a:xfrm>
          </p:grpSpPr>
          <p:sp>
            <p:nvSpPr>
              <p:cNvPr id="12" name="Google Shape;638;p27">
                <a:extLst>
                  <a:ext uri="{FF2B5EF4-FFF2-40B4-BE49-F238E27FC236}">
                    <a16:creationId xmlns:a16="http://schemas.microsoft.com/office/drawing/2014/main" id="{1C2F73E1-5EED-2778-E57D-6995D6EB2EC7}"/>
                  </a:ext>
                </a:extLst>
              </p:cNvPr>
              <p:cNvSpPr/>
              <p:nvPr/>
            </p:nvSpPr>
            <p:spPr>
              <a:xfrm>
                <a:off x="1732344" y="1860477"/>
                <a:ext cx="325561" cy="499811"/>
              </a:xfrm>
              <a:custGeom>
                <a:avLst/>
                <a:gdLst/>
                <a:ahLst/>
                <a:cxnLst/>
                <a:rect l="l" t="t" r="r" b="b"/>
                <a:pathLst>
                  <a:path w="7649" h="11743" extrusionOk="0">
                    <a:moveTo>
                      <a:pt x="3813" y="684"/>
                    </a:moveTo>
                    <a:cubicBezTo>
                      <a:pt x="5545" y="684"/>
                      <a:pt x="6900" y="2039"/>
                      <a:pt x="6900" y="3740"/>
                    </a:cubicBezTo>
                    <a:cubicBezTo>
                      <a:pt x="6931" y="4780"/>
                      <a:pt x="6553" y="5347"/>
                      <a:pt x="6270" y="5788"/>
                    </a:cubicBezTo>
                    <a:cubicBezTo>
                      <a:pt x="5797" y="6544"/>
                      <a:pt x="5608" y="6922"/>
                      <a:pt x="5608" y="7930"/>
                    </a:cubicBezTo>
                    <a:cubicBezTo>
                      <a:pt x="5608" y="8119"/>
                      <a:pt x="5451" y="8277"/>
                      <a:pt x="5230" y="8277"/>
                    </a:cubicBezTo>
                    <a:lnTo>
                      <a:pt x="2489" y="8277"/>
                    </a:lnTo>
                    <a:cubicBezTo>
                      <a:pt x="2300" y="8277"/>
                      <a:pt x="2143" y="8119"/>
                      <a:pt x="2143" y="7930"/>
                    </a:cubicBezTo>
                    <a:cubicBezTo>
                      <a:pt x="2143" y="6922"/>
                      <a:pt x="1922" y="6576"/>
                      <a:pt x="1450" y="5820"/>
                    </a:cubicBezTo>
                    <a:cubicBezTo>
                      <a:pt x="1198" y="5347"/>
                      <a:pt x="567" y="4528"/>
                      <a:pt x="788" y="3205"/>
                    </a:cubicBezTo>
                    <a:cubicBezTo>
                      <a:pt x="1040" y="1819"/>
                      <a:pt x="2237" y="684"/>
                      <a:pt x="3813" y="684"/>
                    </a:cubicBezTo>
                    <a:close/>
                    <a:moveTo>
                      <a:pt x="4852" y="8907"/>
                    </a:moveTo>
                    <a:lnTo>
                      <a:pt x="4852" y="9569"/>
                    </a:lnTo>
                    <a:lnTo>
                      <a:pt x="4506" y="9569"/>
                    </a:lnTo>
                    <a:cubicBezTo>
                      <a:pt x="4285" y="9569"/>
                      <a:pt x="4128" y="9726"/>
                      <a:pt x="4128" y="9915"/>
                    </a:cubicBezTo>
                    <a:cubicBezTo>
                      <a:pt x="4128" y="10136"/>
                      <a:pt x="4285" y="10293"/>
                      <a:pt x="4506" y="10293"/>
                    </a:cubicBezTo>
                    <a:lnTo>
                      <a:pt x="4852" y="10293"/>
                    </a:lnTo>
                    <a:lnTo>
                      <a:pt x="4852" y="10640"/>
                    </a:lnTo>
                    <a:cubicBezTo>
                      <a:pt x="4884" y="10829"/>
                      <a:pt x="4726" y="10986"/>
                      <a:pt x="4537" y="10986"/>
                    </a:cubicBezTo>
                    <a:lnTo>
                      <a:pt x="3151" y="10986"/>
                    </a:lnTo>
                    <a:cubicBezTo>
                      <a:pt x="2962" y="10986"/>
                      <a:pt x="2804" y="10829"/>
                      <a:pt x="2804" y="10640"/>
                    </a:cubicBezTo>
                    <a:lnTo>
                      <a:pt x="2804" y="10293"/>
                    </a:lnTo>
                    <a:lnTo>
                      <a:pt x="3151" y="10293"/>
                    </a:lnTo>
                    <a:cubicBezTo>
                      <a:pt x="3371" y="10293"/>
                      <a:pt x="3529" y="10136"/>
                      <a:pt x="3529" y="9915"/>
                    </a:cubicBezTo>
                    <a:cubicBezTo>
                      <a:pt x="3529" y="9726"/>
                      <a:pt x="3371" y="9569"/>
                      <a:pt x="3151" y="9569"/>
                    </a:cubicBezTo>
                    <a:lnTo>
                      <a:pt x="2804" y="9569"/>
                    </a:lnTo>
                    <a:lnTo>
                      <a:pt x="2804" y="8907"/>
                    </a:lnTo>
                    <a:close/>
                    <a:moveTo>
                      <a:pt x="3897" y="1"/>
                    </a:moveTo>
                    <a:cubicBezTo>
                      <a:pt x="3632" y="1"/>
                      <a:pt x="3361" y="28"/>
                      <a:pt x="3088" y="86"/>
                    </a:cubicBezTo>
                    <a:cubicBezTo>
                      <a:pt x="1607" y="401"/>
                      <a:pt x="441" y="1566"/>
                      <a:pt x="158" y="3079"/>
                    </a:cubicBezTo>
                    <a:cubicBezTo>
                      <a:pt x="0" y="3992"/>
                      <a:pt x="158" y="4969"/>
                      <a:pt x="631" y="5757"/>
                    </a:cubicBezTo>
                    <a:cubicBezTo>
                      <a:pt x="757" y="5914"/>
                      <a:pt x="820" y="6072"/>
                      <a:pt x="914" y="6229"/>
                    </a:cubicBezTo>
                    <a:cubicBezTo>
                      <a:pt x="1355" y="6891"/>
                      <a:pt x="1450" y="7143"/>
                      <a:pt x="1450" y="7962"/>
                    </a:cubicBezTo>
                    <a:cubicBezTo>
                      <a:pt x="1450" y="8403"/>
                      <a:pt x="1733" y="8781"/>
                      <a:pt x="2143" y="8939"/>
                    </a:cubicBezTo>
                    <a:lnTo>
                      <a:pt x="2143" y="10703"/>
                    </a:lnTo>
                    <a:cubicBezTo>
                      <a:pt x="2143" y="11270"/>
                      <a:pt x="2615" y="11743"/>
                      <a:pt x="3151" y="11743"/>
                    </a:cubicBezTo>
                    <a:lnTo>
                      <a:pt x="4537" y="11743"/>
                    </a:lnTo>
                    <a:cubicBezTo>
                      <a:pt x="5073" y="11743"/>
                      <a:pt x="5545" y="11270"/>
                      <a:pt x="5545" y="10703"/>
                    </a:cubicBezTo>
                    <a:lnTo>
                      <a:pt x="5545" y="8939"/>
                    </a:lnTo>
                    <a:cubicBezTo>
                      <a:pt x="5955" y="8781"/>
                      <a:pt x="6238" y="8435"/>
                      <a:pt x="6238" y="7962"/>
                    </a:cubicBezTo>
                    <a:lnTo>
                      <a:pt x="6238" y="7930"/>
                    </a:lnTo>
                    <a:cubicBezTo>
                      <a:pt x="6238" y="7143"/>
                      <a:pt x="6427" y="6828"/>
                      <a:pt x="6805" y="6229"/>
                    </a:cubicBezTo>
                    <a:cubicBezTo>
                      <a:pt x="7089" y="5788"/>
                      <a:pt x="7593" y="5032"/>
                      <a:pt x="7593" y="3835"/>
                    </a:cubicBezTo>
                    <a:cubicBezTo>
                      <a:pt x="7649" y="1658"/>
                      <a:pt x="5950" y="1"/>
                      <a:pt x="389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639;p27">
                <a:extLst>
                  <a:ext uri="{FF2B5EF4-FFF2-40B4-BE49-F238E27FC236}">
                    <a16:creationId xmlns:a16="http://schemas.microsoft.com/office/drawing/2014/main" id="{184FB313-EB87-3883-56C4-9D0694D0F93A}"/>
                  </a:ext>
                </a:extLst>
              </p:cNvPr>
              <p:cNvSpPr/>
              <p:nvPr/>
            </p:nvSpPr>
            <p:spPr>
              <a:xfrm>
                <a:off x="2087699" y="2007573"/>
                <a:ext cx="59034" cy="309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cubicBezTo>
                      <a:pt x="0" y="568"/>
                      <a:pt x="158" y="725"/>
                      <a:pt x="347" y="725"/>
                    </a:cubicBezTo>
                    <a:lnTo>
                      <a:pt x="1040" y="725"/>
                    </a:lnTo>
                    <a:cubicBezTo>
                      <a:pt x="1229" y="725"/>
                      <a:pt x="1386" y="568"/>
                      <a:pt x="1386" y="379"/>
                    </a:cubicBezTo>
                    <a:cubicBezTo>
                      <a:pt x="1386" y="158"/>
                      <a:pt x="1229" y="1"/>
                      <a:pt x="10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640;p27">
                <a:extLst>
                  <a:ext uri="{FF2B5EF4-FFF2-40B4-BE49-F238E27FC236}">
                    <a16:creationId xmlns:a16="http://schemas.microsoft.com/office/drawing/2014/main" id="{FF3CC890-DDFC-46AC-08AC-5DA9329E9F69}"/>
                  </a:ext>
                </a:extLst>
              </p:cNvPr>
              <p:cNvSpPr/>
              <p:nvPr/>
            </p:nvSpPr>
            <p:spPr>
              <a:xfrm>
                <a:off x="1649220" y="2007573"/>
                <a:ext cx="59034" cy="309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cubicBezTo>
                      <a:pt x="0" y="568"/>
                      <a:pt x="158" y="725"/>
                      <a:pt x="347" y="725"/>
                    </a:cubicBezTo>
                    <a:lnTo>
                      <a:pt x="1008" y="725"/>
                    </a:lnTo>
                    <a:cubicBezTo>
                      <a:pt x="1197" y="694"/>
                      <a:pt x="1386" y="536"/>
                      <a:pt x="1386" y="379"/>
                    </a:cubicBezTo>
                    <a:cubicBezTo>
                      <a:pt x="1386" y="158"/>
                      <a:pt x="1197" y="1"/>
                      <a:pt x="100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641;p27">
                <a:extLst>
                  <a:ext uri="{FF2B5EF4-FFF2-40B4-BE49-F238E27FC236}">
                    <a16:creationId xmlns:a16="http://schemas.microsoft.com/office/drawing/2014/main" id="{62ABDC85-F107-A7B8-6036-EC573EA8DF0F}"/>
                  </a:ext>
                </a:extLst>
              </p:cNvPr>
              <p:cNvSpPr/>
              <p:nvPr/>
            </p:nvSpPr>
            <p:spPr>
              <a:xfrm>
                <a:off x="2058203" y="1889760"/>
                <a:ext cx="60354" cy="45244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063" extrusionOk="0">
                    <a:moveTo>
                      <a:pt x="992" y="1"/>
                    </a:moveTo>
                    <a:cubicBezTo>
                      <a:pt x="931" y="1"/>
                      <a:pt x="870" y="19"/>
                      <a:pt x="819" y="59"/>
                    </a:cubicBezTo>
                    <a:lnTo>
                      <a:pt x="221" y="406"/>
                    </a:lnTo>
                    <a:cubicBezTo>
                      <a:pt x="63" y="500"/>
                      <a:pt x="0" y="721"/>
                      <a:pt x="95" y="878"/>
                    </a:cubicBezTo>
                    <a:cubicBezTo>
                      <a:pt x="159" y="985"/>
                      <a:pt x="295" y="1063"/>
                      <a:pt x="415" y="1063"/>
                    </a:cubicBezTo>
                    <a:cubicBezTo>
                      <a:pt x="473" y="1063"/>
                      <a:pt x="527" y="1045"/>
                      <a:pt x="567" y="1005"/>
                    </a:cubicBezTo>
                    <a:lnTo>
                      <a:pt x="1166" y="658"/>
                    </a:lnTo>
                    <a:cubicBezTo>
                      <a:pt x="1323" y="563"/>
                      <a:pt x="1418" y="343"/>
                      <a:pt x="1292" y="185"/>
                    </a:cubicBezTo>
                    <a:cubicBezTo>
                      <a:pt x="1249" y="79"/>
                      <a:pt x="1120" y="1"/>
                      <a:pt x="99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642;p27">
                <a:extLst>
                  <a:ext uri="{FF2B5EF4-FFF2-40B4-BE49-F238E27FC236}">
                    <a16:creationId xmlns:a16="http://schemas.microsoft.com/office/drawing/2014/main" id="{5B325AF2-039D-5CE4-11B2-9B083CA44D93}"/>
                  </a:ext>
                </a:extLst>
              </p:cNvPr>
              <p:cNvSpPr/>
              <p:nvPr/>
            </p:nvSpPr>
            <p:spPr>
              <a:xfrm>
                <a:off x="1677354" y="2110276"/>
                <a:ext cx="60396" cy="44648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1049" extrusionOk="0">
                    <a:moveTo>
                      <a:pt x="1005" y="1"/>
                    </a:moveTo>
                    <a:cubicBezTo>
                      <a:pt x="944" y="1"/>
                      <a:pt x="880" y="15"/>
                      <a:pt x="820" y="45"/>
                    </a:cubicBezTo>
                    <a:lnTo>
                      <a:pt x="221" y="392"/>
                    </a:lnTo>
                    <a:cubicBezTo>
                      <a:pt x="64" y="486"/>
                      <a:pt x="1" y="707"/>
                      <a:pt x="127" y="864"/>
                    </a:cubicBezTo>
                    <a:cubicBezTo>
                      <a:pt x="169" y="971"/>
                      <a:pt x="299" y="1049"/>
                      <a:pt x="427" y="1049"/>
                    </a:cubicBezTo>
                    <a:cubicBezTo>
                      <a:pt x="488" y="1049"/>
                      <a:pt x="548" y="1031"/>
                      <a:pt x="599" y="990"/>
                    </a:cubicBezTo>
                    <a:lnTo>
                      <a:pt x="1166" y="644"/>
                    </a:lnTo>
                    <a:cubicBezTo>
                      <a:pt x="1324" y="549"/>
                      <a:pt x="1418" y="329"/>
                      <a:pt x="1292" y="171"/>
                    </a:cubicBezTo>
                    <a:cubicBezTo>
                      <a:pt x="1250" y="64"/>
                      <a:pt x="1134" y="1"/>
                      <a:pt x="10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643;p27">
                <a:extLst>
                  <a:ext uri="{FF2B5EF4-FFF2-40B4-BE49-F238E27FC236}">
                    <a16:creationId xmlns:a16="http://schemas.microsoft.com/office/drawing/2014/main" id="{3155F8E5-579F-BEA4-7836-434575534CD6}"/>
                  </a:ext>
                </a:extLst>
              </p:cNvPr>
              <p:cNvSpPr/>
              <p:nvPr/>
            </p:nvSpPr>
            <p:spPr>
              <a:xfrm>
                <a:off x="2059522" y="2110276"/>
                <a:ext cx="59034" cy="43456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1021" extrusionOk="0">
                    <a:moveTo>
                      <a:pt x="378" y="1"/>
                    </a:moveTo>
                    <a:cubicBezTo>
                      <a:pt x="264" y="1"/>
                      <a:pt x="149" y="64"/>
                      <a:pt x="64" y="171"/>
                    </a:cubicBezTo>
                    <a:cubicBezTo>
                      <a:pt x="1" y="329"/>
                      <a:pt x="32" y="518"/>
                      <a:pt x="190" y="644"/>
                    </a:cubicBezTo>
                    <a:lnTo>
                      <a:pt x="788" y="990"/>
                    </a:lnTo>
                    <a:cubicBezTo>
                      <a:pt x="838" y="1010"/>
                      <a:pt x="891" y="1021"/>
                      <a:pt x="944" y="1021"/>
                    </a:cubicBezTo>
                    <a:cubicBezTo>
                      <a:pt x="1059" y="1021"/>
                      <a:pt x="1175" y="972"/>
                      <a:pt x="1261" y="864"/>
                    </a:cubicBezTo>
                    <a:cubicBezTo>
                      <a:pt x="1387" y="675"/>
                      <a:pt x="1292" y="486"/>
                      <a:pt x="1135" y="392"/>
                    </a:cubicBezTo>
                    <a:lnTo>
                      <a:pt x="536" y="45"/>
                    </a:lnTo>
                    <a:cubicBezTo>
                      <a:pt x="486" y="15"/>
                      <a:pt x="432" y="1"/>
                      <a:pt x="37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644;p27">
                <a:extLst>
                  <a:ext uri="{FF2B5EF4-FFF2-40B4-BE49-F238E27FC236}">
                    <a16:creationId xmlns:a16="http://schemas.microsoft.com/office/drawing/2014/main" id="{6F2ED0D2-DF07-6544-3C54-C68F48BFDE3C}"/>
                  </a:ext>
                </a:extLst>
              </p:cNvPr>
              <p:cNvSpPr/>
              <p:nvPr/>
            </p:nvSpPr>
            <p:spPr>
              <a:xfrm>
                <a:off x="1678716" y="1890951"/>
                <a:ext cx="59034" cy="43456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1021" extrusionOk="0">
                    <a:moveTo>
                      <a:pt x="405" y="1"/>
                    </a:moveTo>
                    <a:cubicBezTo>
                      <a:pt x="283" y="1"/>
                      <a:pt x="159" y="50"/>
                      <a:pt x="95" y="157"/>
                    </a:cubicBezTo>
                    <a:cubicBezTo>
                      <a:pt x="0" y="315"/>
                      <a:pt x="63" y="504"/>
                      <a:pt x="221" y="630"/>
                    </a:cubicBezTo>
                    <a:lnTo>
                      <a:pt x="788" y="977"/>
                    </a:lnTo>
                    <a:cubicBezTo>
                      <a:pt x="838" y="1007"/>
                      <a:pt x="895" y="1021"/>
                      <a:pt x="953" y="1021"/>
                    </a:cubicBezTo>
                    <a:cubicBezTo>
                      <a:pt x="1074" y="1021"/>
                      <a:pt x="1196" y="958"/>
                      <a:pt x="1260" y="850"/>
                    </a:cubicBezTo>
                    <a:cubicBezTo>
                      <a:pt x="1386" y="693"/>
                      <a:pt x="1292" y="504"/>
                      <a:pt x="1134" y="378"/>
                    </a:cubicBezTo>
                    <a:lnTo>
                      <a:pt x="567" y="31"/>
                    </a:lnTo>
                    <a:cubicBezTo>
                      <a:pt x="517" y="11"/>
                      <a:pt x="461" y="1"/>
                      <a:pt x="4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645;p27">
                <a:extLst>
                  <a:ext uri="{FF2B5EF4-FFF2-40B4-BE49-F238E27FC236}">
                    <a16:creationId xmlns:a16="http://schemas.microsoft.com/office/drawing/2014/main" id="{B7811187-9B89-5F67-22D7-4D3704FF5774}"/>
                  </a:ext>
                </a:extLst>
              </p:cNvPr>
              <p:cNvSpPr/>
              <p:nvPr/>
            </p:nvSpPr>
            <p:spPr>
              <a:xfrm>
                <a:off x="1810106" y="1921298"/>
                <a:ext cx="174379" cy="260653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6124" extrusionOk="0">
                    <a:moveTo>
                      <a:pt x="1733" y="1492"/>
                    </a:moveTo>
                    <a:lnTo>
                      <a:pt x="1733" y="2343"/>
                    </a:lnTo>
                    <a:cubicBezTo>
                      <a:pt x="1733" y="2500"/>
                      <a:pt x="1796" y="2626"/>
                      <a:pt x="1922" y="2658"/>
                    </a:cubicBezTo>
                    <a:lnTo>
                      <a:pt x="3246" y="3225"/>
                    </a:lnTo>
                    <a:lnTo>
                      <a:pt x="2395" y="4611"/>
                    </a:lnTo>
                    <a:lnTo>
                      <a:pt x="2395" y="3729"/>
                    </a:lnTo>
                    <a:cubicBezTo>
                      <a:pt x="2395" y="3572"/>
                      <a:pt x="2332" y="3445"/>
                      <a:pt x="2206" y="3414"/>
                    </a:cubicBezTo>
                    <a:lnTo>
                      <a:pt x="851" y="2878"/>
                    </a:lnTo>
                    <a:lnTo>
                      <a:pt x="1733" y="1492"/>
                    </a:lnTo>
                    <a:close/>
                    <a:moveTo>
                      <a:pt x="2038" y="0"/>
                    </a:moveTo>
                    <a:cubicBezTo>
                      <a:pt x="1919" y="0"/>
                      <a:pt x="1814" y="47"/>
                      <a:pt x="1765" y="169"/>
                    </a:cubicBezTo>
                    <a:lnTo>
                      <a:pt x="64" y="2941"/>
                    </a:lnTo>
                    <a:cubicBezTo>
                      <a:pt x="32" y="3004"/>
                      <a:pt x="1" y="3130"/>
                      <a:pt x="32" y="3225"/>
                    </a:cubicBezTo>
                    <a:cubicBezTo>
                      <a:pt x="64" y="3288"/>
                      <a:pt x="158" y="3382"/>
                      <a:pt x="221" y="3414"/>
                    </a:cubicBezTo>
                    <a:lnTo>
                      <a:pt x="1733" y="4013"/>
                    </a:lnTo>
                    <a:lnTo>
                      <a:pt x="1733" y="5808"/>
                    </a:lnTo>
                    <a:cubicBezTo>
                      <a:pt x="1733" y="5966"/>
                      <a:pt x="1859" y="6092"/>
                      <a:pt x="1954" y="6123"/>
                    </a:cubicBezTo>
                    <a:lnTo>
                      <a:pt x="2049" y="6123"/>
                    </a:lnTo>
                    <a:cubicBezTo>
                      <a:pt x="2143" y="6123"/>
                      <a:pt x="2269" y="6092"/>
                      <a:pt x="2301" y="5966"/>
                    </a:cubicBezTo>
                    <a:lnTo>
                      <a:pt x="4002" y="3225"/>
                    </a:lnTo>
                    <a:cubicBezTo>
                      <a:pt x="4033" y="3130"/>
                      <a:pt x="4096" y="3004"/>
                      <a:pt x="4033" y="2941"/>
                    </a:cubicBezTo>
                    <a:cubicBezTo>
                      <a:pt x="4033" y="2878"/>
                      <a:pt x="3970" y="2784"/>
                      <a:pt x="3907" y="2752"/>
                    </a:cubicBezTo>
                    <a:lnTo>
                      <a:pt x="2395" y="2154"/>
                    </a:lnTo>
                    <a:lnTo>
                      <a:pt x="2395" y="358"/>
                    </a:lnTo>
                    <a:cubicBezTo>
                      <a:pt x="2395" y="169"/>
                      <a:pt x="2269" y="74"/>
                      <a:pt x="2143" y="11"/>
                    </a:cubicBezTo>
                    <a:cubicBezTo>
                      <a:pt x="2108" y="4"/>
                      <a:pt x="2072" y="0"/>
                      <a:pt x="20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  <p:grpSp>
        <p:nvGrpSpPr>
          <p:cNvPr id="25" name="Google Shape;653;p27">
            <a:extLst>
              <a:ext uri="{FF2B5EF4-FFF2-40B4-BE49-F238E27FC236}">
                <a16:creationId xmlns:a16="http://schemas.microsoft.com/office/drawing/2014/main" id="{FB709A98-19CE-A087-E69D-8E508D3E774F}"/>
              </a:ext>
            </a:extLst>
          </p:cNvPr>
          <p:cNvGrpSpPr/>
          <p:nvPr/>
        </p:nvGrpSpPr>
        <p:grpSpPr>
          <a:xfrm>
            <a:off x="338941" y="1837866"/>
            <a:ext cx="1076414" cy="938036"/>
            <a:chOff x="2585357" y="1476850"/>
            <a:chExt cx="2364766" cy="1773758"/>
          </a:xfrm>
        </p:grpSpPr>
        <p:sp>
          <p:nvSpPr>
            <p:cNvPr id="26" name="Google Shape;654;p27">
              <a:extLst>
                <a:ext uri="{FF2B5EF4-FFF2-40B4-BE49-F238E27FC236}">
                  <a16:creationId xmlns:a16="http://schemas.microsoft.com/office/drawing/2014/main" id="{7690C2BB-D907-1288-EC12-C6485ED70EDC}"/>
                </a:ext>
              </a:extLst>
            </p:cNvPr>
            <p:cNvSpPr/>
            <p:nvPr/>
          </p:nvSpPr>
          <p:spPr>
            <a:xfrm>
              <a:off x="2591043" y="1476850"/>
              <a:ext cx="2222662" cy="1267066"/>
            </a:xfrm>
            <a:custGeom>
              <a:avLst/>
              <a:gdLst/>
              <a:ahLst/>
              <a:cxnLst/>
              <a:rect l="l" t="t" r="r" b="b"/>
              <a:pathLst>
                <a:path w="32312" h="18420" extrusionOk="0">
                  <a:moveTo>
                    <a:pt x="1" y="0"/>
                  </a:moveTo>
                  <a:lnTo>
                    <a:pt x="7964" y="9210"/>
                  </a:lnTo>
                  <a:lnTo>
                    <a:pt x="1" y="18420"/>
                  </a:lnTo>
                  <a:lnTo>
                    <a:pt x="24378" y="18420"/>
                  </a:lnTo>
                  <a:lnTo>
                    <a:pt x="32311" y="9210"/>
                  </a:lnTo>
                  <a:lnTo>
                    <a:pt x="243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655;p27">
              <a:extLst>
                <a:ext uri="{FF2B5EF4-FFF2-40B4-BE49-F238E27FC236}">
                  <a16:creationId xmlns:a16="http://schemas.microsoft.com/office/drawing/2014/main" id="{C742A04D-0A86-A1D4-F9ED-F2F89C44FAC1}"/>
                </a:ext>
              </a:extLst>
            </p:cNvPr>
            <p:cNvSpPr/>
            <p:nvPr/>
          </p:nvSpPr>
          <p:spPr>
            <a:xfrm>
              <a:off x="3327697" y="3243601"/>
              <a:ext cx="499741" cy="69"/>
            </a:xfrm>
            <a:custGeom>
              <a:avLst/>
              <a:gdLst/>
              <a:ahLst/>
              <a:cxnLst/>
              <a:rect l="l" t="t" r="r" b="b"/>
              <a:pathLst>
                <a:path w="7265" h="1" fill="none" extrusionOk="0">
                  <a:moveTo>
                    <a:pt x="7265" y="0"/>
                  </a:moveTo>
                  <a:lnTo>
                    <a:pt x="0" y="0"/>
                  </a:lnTo>
                </a:path>
              </a:pathLst>
            </a:custGeom>
            <a:noFill/>
            <a:ln w="8350" cap="flat" cmpd="sng">
              <a:solidFill>
                <a:schemeClr val="l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58;p27">
              <a:extLst>
                <a:ext uri="{FF2B5EF4-FFF2-40B4-BE49-F238E27FC236}">
                  <a16:creationId xmlns:a16="http://schemas.microsoft.com/office/drawing/2014/main" id="{6E0FA5A8-A249-43D1-8932-3706F8EA0330}"/>
                </a:ext>
              </a:extLst>
            </p:cNvPr>
            <p:cNvSpPr txBox="1"/>
            <p:nvPr/>
          </p:nvSpPr>
          <p:spPr>
            <a:xfrm>
              <a:off x="2585357" y="3018809"/>
              <a:ext cx="2364766" cy="231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bg1">
                      <a:lumMod val="85000"/>
                    </a:schemeClr>
                  </a:solidFill>
                  <a:latin typeface="Fira Sans"/>
                  <a:ea typeface="Fira Sans"/>
                  <a:cs typeface="Fira Sans"/>
                  <a:sym typeface="Fira Sans"/>
                </a:rPr>
                <a:t>Debilidad</a:t>
              </a:r>
              <a:endParaRPr b="1" dirty="0">
                <a:solidFill>
                  <a:schemeClr val="bg1">
                    <a:lumMod val="85000"/>
                  </a:schemeClr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30" name="Google Shape;659;p27">
              <a:extLst>
                <a:ext uri="{FF2B5EF4-FFF2-40B4-BE49-F238E27FC236}">
                  <a16:creationId xmlns:a16="http://schemas.microsoft.com/office/drawing/2014/main" id="{F2559BAE-4004-F853-19F1-DE02263B7C36}"/>
                </a:ext>
              </a:extLst>
            </p:cNvPr>
            <p:cNvGrpSpPr/>
            <p:nvPr/>
          </p:nvGrpSpPr>
          <p:grpSpPr>
            <a:xfrm>
              <a:off x="3525091" y="1893810"/>
              <a:ext cx="435494" cy="433153"/>
              <a:chOff x="-5635200" y="2037975"/>
              <a:chExt cx="293025" cy="291450"/>
            </a:xfrm>
          </p:grpSpPr>
          <p:sp>
            <p:nvSpPr>
              <p:cNvPr id="31" name="Google Shape;660;p27">
                <a:extLst>
                  <a:ext uri="{FF2B5EF4-FFF2-40B4-BE49-F238E27FC236}">
                    <a16:creationId xmlns:a16="http://schemas.microsoft.com/office/drawing/2014/main" id="{8E8A31D5-C96E-763F-D0D8-698E491174EF}"/>
                  </a:ext>
                </a:extLst>
              </p:cNvPr>
              <p:cNvSpPr/>
              <p:nvPr/>
            </p:nvSpPr>
            <p:spPr>
              <a:xfrm>
                <a:off x="-5635200" y="2037975"/>
                <a:ext cx="293025" cy="291450"/>
              </a:xfrm>
              <a:custGeom>
                <a:avLst/>
                <a:gdLst/>
                <a:ahLst/>
                <a:cxnLst/>
                <a:rect l="l" t="t" r="r" b="b"/>
                <a:pathLst>
                  <a:path w="11721" h="11658" extrusionOk="0">
                    <a:moveTo>
                      <a:pt x="2395" y="725"/>
                    </a:moveTo>
                    <a:cubicBezTo>
                      <a:pt x="2930" y="725"/>
                      <a:pt x="3403" y="1197"/>
                      <a:pt x="3403" y="1733"/>
                    </a:cubicBezTo>
                    <a:cubicBezTo>
                      <a:pt x="3403" y="2300"/>
                      <a:pt x="2930" y="2773"/>
                      <a:pt x="2395" y="2773"/>
                    </a:cubicBezTo>
                    <a:cubicBezTo>
                      <a:pt x="1828" y="2773"/>
                      <a:pt x="1355" y="2300"/>
                      <a:pt x="1355" y="1733"/>
                    </a:cubicBezTo>
                    <a:cubicBezTo>
                      <a:pt x="1355" y="1197"/>
                      <a:pt x="1828" y="725"/>
                      <a:pt x="2395" y="725"/>
                    </a:cubicBezTo>
                    <a:close/>
                    <a:moveTo>
                      <a:pt x="10303" y="725"/>
                    </a:moveTo>
                    <a:lnTo>
                      <a:pt x="10303" y="6585"/>
                    </a:lnTo>
                    <a:lnTo>
                      <a:pt x="10334" y="6585"/>
                    </a:lnTo>
                    <a:cubicBezTo>
                      <a:pt x="10334" y="6774"/>
                      <a:pt x="10177" y="6931"/>
                      <a:pt x="9988" y="6931"/>
                    </a:cubicBezTo>
                    <a:lnTo>
                      <a:pt x="4789" y="6931"/>
                    </a:lnTo>
                    <a:lnTo>
                      <a:pt x="4789" y="5167"/>
                    </a:lnTo>
                    <a:cubicBezTo>
                      <a:pt x="4789" y="4253"/>
                      <a:pt x="4285" y="3434"/>
                      <a:pt x="3498" y="3025"/>
                    </a:cubicBezTo>
                    <a:cubicBezTo>
                      <a:pt x="3844" y="2710"/>
                      <a:pt x="4096" y="2237"/>
                      <a:pt x="4096" y="1733"/>
                    </a:cubicBezTo>
                    <a:cubicBezTo>
                      <a:pt x="4096" y="1355"/>
                      <a:pt x="3970" y="977"/>
                      <a:pt x="3718" y="725"/>
                    </a:cubicBezTo>
                    <a:close/>
                    <a:moveTo>
                      <a:pt x="2710" y="3466"/>
                    </a:moveTo>
                    <a:cubicBezTo>
                      <a:pt x="3498" y="3623"/>
                      <a:pt x="4096" y="4316"/>
                      <a:pt x="4096" y="5167"/>
                    </a:cubicBezTo>
                    <a:lnTo>
                      <a:pt x="4096" y="7246"/>
                    </a:lnTo>
                    <a:cubicBezTo>
                      <a:pt x="4128" y="7435"/>
                      <a:pt x="3970" y="7593"/>
                      <a:pt x="3750" y="7593"/>
                    </a:cubicBezTo>
                    <a:cubicBezTo>
                      <a:pt x="3561" y="7593"/>
                      <a:pt x="3403" y="7750"/>
                      <a:pt x="3403" y="7971"/>
                    </a:cubicBezTo>
                    <a:lnTo>
                      <a:pt x="3403" y="10712"/>
                    </a:lnTo>
                    <a:cubicBezTo>
                      <a:pt x="3403" y="10901"/>
                      <a:pt x="3246" y="11058"/>
                      <a:pt x="3056" y="11058"/>
                    </a:cubicBezTo>
                    <a:lnTo>
                      <a:pt x="1670" y="11058"/>
                    </a:lnTo>
                    <a:cubicBezTo>
                      <a:pt x="1481" y="11058"/>
                      <a:pt x="1324" y="10901"/>
                      <a:pt x="1324" y="10712"/>
                    </a:cubicBezTo>
                    <a:lnTo>
                      <a:pt x="1324" y="7971"/>
                    </a:lnTo>
                    <a:cubicBezTo>
                      <a:pt x="1324" y="7750"/>
                      <a:pt x="1166" y="7593"/>
                      <a:pt x="977" y="7593"/>
                    </a:cubicBezTo>
                    <a:cubicBezTo>
                      <a:pt x="788" y="7593"/>
                      <a:pt x="631" y="7435"/>
                      <a:pt x="631" y="7246"/>
                    </a:cubicBezTo>
                    <a:lnTo>
                      <a:pt x="631" y="5167"/>
                    </a:lnTo>
                    <a:cubicBezTo>
                      <a:pt x="631" y="4316"/>
                      <a:pt x="1198" y="3623"/>
                      <a:pt x="1985" y="3466"/>
                    </a:cubicBezTo>
                    <a:lnTo>
                      <a:pt x="1985" y="5829"/>
                    </a:lnTo>
                    <a:cubicBezTo>
                      <a:pt x="1985" y="6018"/>
                      <a:pt x="2143" y="6175"/>
                      <a:pt x="2363" y="6175"/>
                    </a:cubicBezTo>
                    <a:cubicBezTo>
                      <a:pt x="2552" y="6175"/>
                      <a:pt x="2710" y="6018"/>
                      <a:pt x="2710" y="5829"/>
                    </a:cubicBezTo>
                    <a:lnTo>
                      <a:pt x="2710" y="3466"/>
                    </a:lnTo>
                    <a:close/>
                    <a:moveTo>
                      <a:pt x="2395" y="0"/>
                    </a:moveTo>
                    <a:cubicBezTo>
                      <a:pt x="1450" y="0"/>
                      <a:pt x="694" y="756"/>
                      <a:pt x="694" y="1702"/>
                    </a:cubicBezTo>
                    <a:cubicBezTo>
                      <a:pt x="694" y="2206"/>
                      <a:pt x="946" y="2678"/>
                      <a:pt x="1292" y="2993"/>
                    </a:cubicBezTo>
                    <a:cubicBezTo>
                      <a:pt x="536" y="3403"/>
                      <a:pt x="1" y="4222"/>
                      <a:pt x="1" y="5136"/>
                    </a:cubicBezTo>
                    <a:lnTo>
                      <a:pt x="1" y="7215"/>
                    </a:lnTo>
                    <a:cubicBezTo>
                      <a:pt x="1" y="7656"/>
                      <a:pt x="253" y="8034"/>
                      <a:pt x="662" y="8192"/>
                    </a:cubicBezTo>
                    <a:lnTo>
                      <a:pt x="662" y="10649"/>
                    </a:lnTo>
                    <a:cubicBezTo>
                      <a:pt x="662" y="11184"/>
                      <a:pt x="1135" y="11657"/>
                      <a:pt x="1670" y="11657"/>
                    </a:cubicBezTo>
                    <a:lnTo>
                      <a:pt x="3056" y="11657"/>
                    </a:lnTo>
                    <a:cubicBezTo>
                      <a:pt x="3624" y="11657"/>
                      <a:pt x="4096" y="11184"/>
                      <a:pt x="4096" y="10649"/>
                    </a:cubicBezTo>
                    <a:lnTo>
                      <a:pt x="4096" y="8192"/>
                    </a:lnTo>
                    <a:cubicBezTo>
                      <a:pt x="4348" y="8065"/>
                      <a:pt x="4600" y="7876"/>
                      <a:pt x="4726" y="7561"/>
                    </a:cubicBezTo>
                    <a:lnTo>
                      <a:pt x="9988" y="7561"/>
                    </a:lnTo>
                    <a:cubicBezTo>
                      <a:pt x="10555" y="7561"/>
                      <a:pt x="11027" y="7089"/>
                      <a:pt x="11027" y="6553"/>
                    </a:cubicBezTo>
                    <a:lnTo>
                      <a:pt x="11027" y="662"/>
                    </a:lnTo>
                    <a:lnTo>
                      <a:pt x="11374" y="662"/>
                    </a:lnTo>
                    <a:cubicBezTo>
                      <a:pt x="11563" y="662"/>
                      <a:pt x="11720" y="504"/>
                      <a:pt x="11720" y="315"/>
                    </a:cubicBezTo>
                    <a:cubicBezTo>
                      <a:pt x="11720" y="158"/>
                      <a:pt x="11563" y="0"/>
                      <a:pt x="1137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661;p27">
                <a:extLst>
                  <a:ext uri="{FF2B5EF4-FFF2-40B4-BE49-F238E27FC236}">
                    <a16:creationId xmlns:a16="http://schemas.microsoft.com/office/drawing/2014/main" id="{F988A9ED-8EA6-F2D2-68C7-5F3A03C72760}"/>
                  </a:ext>
                </a:extLst>
              </p:cNvPr>
              <p:cNvSpPr/>
              <p:nvPr/>
            </p:nvSpPr>
            <p:spPr>
              <a:xfrm>
                <a:off x="-5496575" y="2072625"/>
                <a:ext cx="102425" cy="102425"/>
              </a:xfrm>
              <a:custGeom>
                <a:avLst/>
                <a:gdLst/>
                <a:ahLst/>
                <a:cxnLst/>
                <a:rect l="l" t="t" r="r" b="b"/>
                <a:pathLst>
                  <a:path w="4097" h="4097" extrusionOk="0">
                    <a:moveTo>
                      <a:pt x="2395" y="725"/>
                    </a:moveTo>
                    <a:cubicBezTo>
                      <a:pt x="2867" y="851"/>
                      <a:pt x="3245" y="1229"/>
                      <a:pt x="3371" y="1733"/>
                    </a:cubicBezTo>
                    <a:lnTo>
                      <a:pt x="2395" y="1733"/>
                    </a:lnTo>
                    <a:lnTo>
                      <a:pt x="2395" y="725"/>
                    </a:lnTo>
                    <a:close/>
                    <a:moveTo>
                      <a:pt x="1733" y="757"/>
                    </a:moveTo>
                    <a:lnTo>
                      <a:pt x="1733" y="2080"/>
                    </a:lnTo>
                    <a:cubicBezTo>
                      <a:pt x="1733" y="2269"/>
                      <a:pt x="1891" y="2426"/>
                      <a:pt x="2080" y="2426"/>
                    </a:cubicBezTo>
                    <a:lnTo>
                      <a:pt x="3403" y="2426"/>
                    </a:lnTo>
                    <a:cubicBezTo>
                      <a:pt x="3245" y="3025"/>
                      <a:pt x="2741" y="3466"/>
                      <a:pt x="2080" y="3466"/>
                    </a:cubicBezTo>
                    <a:cubicBezTo>
                      <a:pt x="1324" y="3466"/>
                      <a:pt x="693" y="2836"/>
                      <a:pt x="693" y="2080"/>
                    </a:cubicBezTo>
                    <a:cubicBezTo>
                      <a:pt x="693" y="1418"/>
                      <a:pt x="1135" y="851"/>
                      <a:pt x="1733" y="757"/>
                    </a:cubicBezTo>
                    <a:close/>
                    <a:moveTo>
                      <a:pt x="2048" y="0"/>
                    </a:moveTo>
                    <a:cubicBezTo>
                      <a:pt x="883" y="0"/>
                      <a:pt x="0" y="914"/>
                      <a:pt x="0" y="2048"/>
                    </a:cubicBezTo>
                    <a:cubicBezTo>
                      <a:pt x="0" y="3182"/>
                      <a:pt x="946" y="4096"/>
                      <a:pt x="2048" y="4096"/>
                    </a:cubicBezTo>
                    <a:cubicBezTo>
                      <a:pt x="3182" y="4096"/>
                      <a:pt x="4096" y="3182"/>
                      <a:pt x="4096" y="2048"/>
                    </a:cubicBezTo>
                    <a:cubicBezTo>
                      <a:pt x="4096" y="914"/>
                      <a:pt x="3182" y="0"/>
                      <a:pt x="20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646;p27">
            <a:extLst>
              <a:ext uri="{FF2B5EF4-FFF2-40B4-BE49-F238E27FC236}">
                <a16:creationId xmlns:a16="http://schemas.microsoft.com/office/drawing/2014/main" id="{93E40A03-7D05-D852-EAFC-03A206C26B46}"/>
              </a:ext>
            </a:extLst>
          </p:cNvPr>
          <p:cNvGrpSpPr/>
          <p:nvPr/>
        </p:nvGrpSpPr>
        <p:grpSpPr>
          <a:xfrm>
            <a:off x="228600" y="2897593"/>
            <a:ext cx="1233355" cy="932476"/>
            <a:chOff x="4194006" y="1476850"/>
            <a:chExt cx="2709549" cy="1766820"/>
          </a:xfrm>
        </p:grpSpPr>
        <p:sp>
          <p:nvSpPr>
            <p:cNvPr id="34" name="Google Shape;647;p27">
              <a:extLst>
                <a:ext uri="{FF2B5EF4-FFF2-40B4-BE49-F238E27FC236}">
                  <a16:creationId xmlns:a16="http://schemas.microsoft.com/office/drawing/2014/main" id="{0DA1FEAA-F16B-4D72-04E3-2FC8EF6DC071}"/>
                </a:ext>
              </a:extLst>
            </p:cNvPr>
            <p:cNvSpPr/>
            <p:nvPr/>
          </p:nvSpPr>
          <p:spPr>
            <a:xfrm>
              <a:off x="4397544" y="1476850"/>
              <a:ext cx="2220529" cy="1267066"/>
            </a:xfrm>
            <a:custGeom>
              <a:avLst/>
              <a:gdLst/>
              <a:ahLst/>
              <a:cxnLst/>
              <a:rect l="l" t="t" r="r" b="b"/>
              <a:pathLst>
                <a:path w="32281" h="18420" extrusionOk="0">
                  <a:moveTo>
                    <a:pt x="1" y="0"/>
                  </a:moveTo>
                  <a:lnTo>
                    <a:pt x="7934" y="9210"/>
                  </a:lnTo>
                  <a:lnTo>
                    <a:pt x="1" y="18420"/>
                  </a:lnTo>
                  <a:lnTo>
                    <a:pt x="24348" y="18420"/>
                  </a:lnTo>
                  <a:lnTo>
                    <a:pt x="32281" y="9210"/>
                  </a:lnTo>
                  <a:lnTo>
                    <a:pt x="2434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48;p27">
              <a:extLst>
                <a:ext uri="{FF2B5EF4-FFF2-40B4-BE49-F238E27FC236}">
                  <a16:creationId xmlns:a16="http://schemas.microsoft.com/office/drawing/2014/main" id="{4387ABFB-BB02-60CB-499D-FB1F40DF9984}"/>
                </a:ext>
              </a:extLst>
            </p:cNvPr>
            <p:cNvSpPr/>
            <p:nvPr/>
          </p:nvSpPr>
          <p:spPr>
            <a:xfrm>
              <a:off x="5132632" y="3243601"/>
              <a:ext cx="499810" cy="69"/>
            </a:xfrm>
            <a:custGeom>
              <a:avLst/>
              <a:gdLst/>
              <a:ahLst/>
              <a:cxnLst/>
              <a:rect l="l" t="t" r="r" b="b"/>
              <a:pathLst>
                <a:path w="7266" h="1" fill="none" extrusionOk="0">
                  <a:moveTo>
                    <a:pt x="7265" y="0"/>
                  </a:moveTo>
                  <a:lnTo>
                    <a:pt x="1" y="0"/>
                  </a:lnTo>
                </a:path>
              </a:pathLst>
            </a:custGeom>
            <a:noFill/>
            <a:ln w="8350" cap="flat" cmpd="sng">
              <a:solidFill>
                <a:schemeClr val="accen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51;p27">
              <a:extLst>
                <a:ext uri="{FF2B5EF4-FFF2-40B4-BE49-F238E27FC236}">
                  <a16:creationId xmlns:a16="http://schemas.microsoft.com/office/drawing/2014/main" id="{257E3B10-7750-195E-0F55-C2A1832BB77B}"/>
                </a:ext>
              </a:extLst>
            </p:cNvPr>
            <p:cNvSpPr txBox="1"/>
            <p:nvPr/>
          </p:nvSpPr>
          <p:spPr>
            <a:xfrm>
              <a:off x="4194006" y="3019368"/>
              <a:ext cx="2709549" cy="2224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Fira Sans"/>
                  <a:ea typeface="Fira Sans"/>
                  <a:cs typeface="Fira Sans"/>
                  <a:sym typeface="Fira Sans"/>
                </a:rPr>
                <a:t>Oportunidad</a:t>
              </a:r>
              <a:endParaRPr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38" name="Google Shape;652;p27">
              <a:extLst>
                <a:ext uri="{FF2B5EF4-FFF2-40B4-BE49-F238E27FC236}">
                  <a16:creationId xmlns:a16="http://schemas.microsoft.com/office/drawing/2014/main" id="{69574EF0-0C20-A32F-BAFA-14179BAC56AE}"/>
                </a:ext>
              </a:extLst>
            </p:cNvPr>
            <p:cNvSpPr/>
            <p:nvPr/>
          </p:nvSpPr>
          <p:spPr>
            <a:xfrm>
              <a:off x="5338944" y="1850476"/>
              <a:ext cx="436646" cy="435494"/>
            </a:xfrm>
            <a:custGeom>
              <a:avLst/>
              <a:gdLst/>
              <a:ahLst/>
              <a:cxnLst/>
              <a:rect l="l" t="t" r="r" b="b"/>
              <a:pathLst>
                <a:path w="11752" h="11721" extrusionOk="0">
                  <a:moveTo>
                    <a:pt x="6490" y="662"/>
                  </a:moveTo>
                  <a:cubicBezTo>
                    <a:pt x="6711" y="662"/>
                    <a:pt x="6868" y="820"/>
                    <a:pt x="6868" y="1009"/>
                  </a:cubicBezTo>
                  <a:lnTo>
                    <a:pt x="6868" y="1355"/>
                  </a:lnTo>
                  <a:lnTo>
                    <a:pt x="5167" y="1355"/>
                  </a:lnTo>
                  <a:cubicBezTo>
                    <a:pt x="4600" y="1355"/>
                    <a:pt x="4127" y="1828"/>
                    <a:pt x="4127" y="2395"/>
                  </a:cubicBezTo>
                  <a:lnTo>
                    <a:pt x="4127" y="2773"/>
                  </a:lnTo>
                  <a:lnTo>
                    <a:pt x="3088" y="2773"/>
                  </a:lnTo>
                  <a:cubicBezTo>
                    <a:pt x="2993" y="2773"/>
                    <a:pt x="2867" y="2836"/>
                    <a:pt x="2836" y="2899"/>
                  </a:cubicBezTo>
                  <a:lnTo>
                    <a:pt x="2048" y="3687"/>
                  </a:lnTo>
                  <a:lnTo>
                    <a:pt x="2048" y="3151"/>
                  </a:lnTo>
                  <a:cubicBezTo>
                    <a:pt x="2048" y="2931"/>
                    <a:pt x="1891" y="2773"/>
                    <a:pt x="1702" y="2773"/>
                  </a:cubicBezTo>
                  <a:lnTo>
                    <a:pt x="1040" y="2773"/>
                  </a:lnTo>
                  <a:cubicBezTo>
                    <a:pt x="819" y="2773"/>
                    <a:pt x="662" y="2616"/>
                    <a:pt x="662" y="2427"/>
                  </a:cubicBezTo>
                  <a:lnTo>
                    <a:pt x="662" y="1009"/>
                  </a:lnTo>
                  <a:cubicBezTo>
                    <a:pt x="662" y="820"/>
                    <a:pt x="819" y="662"/>
                    <a:pt x="1040" y="662"/>
                  </a:cubicBezTo>
                  <a:close/>
                  <a:moveTo>
                    <a:pt x="10649" y="1986"/>
                  </a:moveTo>
                  <a:cubicBezTo>
                    <a:pt x="10838" y="1986"/>
                    <a:pt x="10995" y="2143"/>
                    <a:pt x="10995" y="2364"/>
                  </a:cubicBezTo>
                  <a:lnTo>
                    <a:pt x="10995" y="3781"/>
                  </a:lnTo>
                  <a:cubicBezTo>
                    <a:pt x="10995" y="3970"/>
                    <a:pt x="10838" y="4128"/>
                    <a:pt x="10649" y="4128"/>
                  </a:cubicBezTo>
                  <a:lnTo>
                    <a:pt x="8601" y="4128"/>
                  </a:lnTo>
                  <a:cubicBezTo>
                    <a:pt x="8412" y="4128"/>
                    <a:pt x="8255" y="4285"/>
                    <a:pt x="8255" y="4474"/>
                  </a:cubicBezTo>
                  <a:lnTo>
                    <a:pt x="8255" y="5041"/>
                  </a:lnTo>
                  <a:lnTo>
                    <a:pt x="7404" y="4191"/>
                  </a:lnTo>
                  <a:cubicBezTo>
                    <a:pt x="7372" y="4159"/>
                    <a:pt x="7246" y="4128"/>
                    <a:pt x="7183" y="4128"/>
                  </a:cubicBezTo>
                  <a:lnTo>
                    <a:pt x="5136" y="4128"/>
                  </a:lnTo>
                  <a:cubicBezTo>
                    <a:pt x="4947" y="4128"/>
                    <a:pt x="4789" y="3970"/>
                    <a:pt x="4789" y="3781"/>
                  </a:cubicBezTo>
                  <a:lnTo>
                    <a:pt x="4789" y="2364"/>
                  </a:lnTo>
                  <a:cubicBezTo>
                    <a:pt x="4789" y="2143"/>
                    <a:pt x="4947" y="1986"/>
                    <a:pt x="5136" y="1986"/>
                  </a:cubicBezTo>
                  <a:close/>
                  <a:moveTo>
                    <a:pt x="3088" y="6207"/>
                  </a:moveTo>
                  <a:cubicBezTo>
                    <a:pt x="3623" y="6207"/>
                    <a:pt x="4096" y="6680"/>
                    <a:pt x="4096" y="7247"/>
                  </a:cubicBezTo>
                  <a:cubicBezTo>
                    <a:pt x="4096" y="7782"/>
                    <a:pt x="3623" y="8255"/>
                    <a:pt x="3088" y="8255"/>
                  </a:cubicBezTo>
                  <a:cubicBezTo>
                    <a:pt x="2521" y="8255"/>
                    <a:pt x="2048" y="7782"/>
                    <a:pt x="2048" y="7247"/>
                  </a:cubicBezTo>
                  <a:cubicBezTo>
                    <a:pt x="2048" y="6648"/>
                    <a:pt x="2489" y="6207"/>
                    <a:pt x="3088" y="6207"/>
                  </a:cubicBezTo>
                  <a:close/>
                  <a:moveTo>
                    <a:pt x="8601" y="6207"/>
                  </a:moveTo>
                  <a:cubicBezTo>
                    <a:pt x="9137" y="6207"/>
                    <a:pt x="9609" y="6648"/>
                    <a:pt x="9609" y="7247"/>
                  </a:cubicBezTo>
                  <a:cubicBezTo>
                    <a:pt x="9609" y="7782"/>
                    <a:pt x="9137" y="8255"/>
                    <a:pt x="8601" y="8255"/>
                  </a:cubicBezTo>
                  <a:cubicBezTo>
                    <a:pt x="8003" y="8255"/>
                    <a:pt x="7530" y="7782"/>
                    <a:pt x="7530" y="7247"/>
                  </a:cubicBezTo>
                  <a:cubicBezTo>
                    <a:pt x="7530" y="6680"/>
                    <a:pt x="8003" y="6207"/>
                    <a:pt x="8601" y="6207"/>
                  </a:cubicBezTo>
                  <a:close/>
                  <a:moveTo>
                    <a:pt x="3749" y="8980"/>
                  </a:moveTo>
                  <a:cubicBezTo>
                    <a:pt x="4695" y="8980"/>
                    <a:pt x="5451" y="9704"/>
                    <a:pt x="5451" y="10649"/>
                  </a:cubicBezTo>
                  <a:lnTo>
                    <a:pt x="5451" y="11027"/>
                  </a:lnTo>
                  <a:lnTo>
                    <a:pt x="630" y="11027"/>
                  </a:lnTo>
                  <a:lnTo>
                    <a:pt x="630" y="10649"/>
                  </a:lnTo>
                  <a:lnTo>
                    <a:pt x="662" y="10649"/>
                  </a:lnTo>
                  <a:cubicBezTo>
                    <a:pt x="662" y="9704"/>
                    <a:pt x="1418" y="8980"/>
                    <a:pt x="2363" y="8980"/>
                  </a:cubicBezTo>
                  <a:close/>
                  <a:moveTo>
                    <a:pt x="9369" y="8976"/>
                  </a:moveTo>
                  <a:cubicBezTo>
                    <a:pt x="10266" y="8976"/>
                    <a:pt x="10995" y="9740"/>
                    <a:pt x="10995" y="10649"/>
                  </a:cubicBezTo>
                  <a:lnTo>
                    <a:pt x="10995" y="11027"/>
                  </a:lnTo>
                  <a:lnTo>
                    <a:pt x="6144" y="11027"/>
                  </a:lnTo>
                  <a:lnTo>
                    <a:pt x="6144" y="10649"/>
                  </a:lnTo>
                  <a:cubicBezTo>
                    <a:pt x="6144" y="9704"/>
                    <a:pt x="6900" y="8980"/>
                    <a:pt x="7845" y="8980"/>
                  </a:cubicBezTo>
                  <a:lnTo>
                    <a:pt x="9263" y="8980"/>
                  </a:lnTo>
                  <a:cubicBezTo>
                    <a:pt x="9298" y="8977"/>
                    <a:pt x="9334" y="8976"/>
                    <a:pt x="9369" y="8976"/>
                  </a:cubicBezTo>
                  <a:close/>
                  <a:moveTo>
                    <a:pt x="1040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2427"/>
                  </a:lnTo>
                  <a:cubicBezTo>
                    <a:pt x="0" y="2994"/>
                    <a:pt x="473" y="3466"/>
                    <a:pt x="1040" y="3466"/>
                  </a:cubicBezTo>
                  <a:lnTo>
                    <a:pt x="1386" y="3466"/>
                  </a:lnTo>
                  <a:lnTo>
                    <a:pt x="1386" y="4474"/>
                  </a:lnTo>
                  <a:cubicBezTo>
                    <a:pt x="1386" y="4688"/>
                    <a:pt x="1546" y="4829"/>
                    <a:pt x="1727" y="4829"/>
                  </a:cubicBezTo>
                  <a:cubicBezTo>
                    <a:pt x="1813" y="4829"/>
                    <a:pt x="1904" y="4797"/>
                    <a:pt x="1985" y="4726"/>
                  </a:cubicBezTo>
                  <a:lnTo>
                    <a:pt x="3245" y="3466"/>
                  </a:lnTo>
                  <a:lnTo>
                    <a:pt x="4096" y="3466"/>
                  </a:lnTo>
                  <a:lnTo>
                    <a:pt x="4096" y="3813"/>
                  </a:lnTo>
                  <a:cubicBezTo>
                    <a:pt x="4096" y="4348"/>
                    <a:pt x="4568" y="4821"/>
                    <a:pt x="5136" y="4821"/>
                  </a:cubicBezTo>
                  <a:lnTo>
                    <a:pt x="7057" y="4821"/>
                  </a:lnTo>
                  <a:lnTo>
                    <a:pt x="7908" y="5672"/>
                  </a:lnTo>
                  <a:cubicBezTo>
                    <a:pt x="7341" y="5924"/>
                    <a:pt x="6868" y="6522"/>
                    <a:pt x="6868" y="7247"/>
                  </a:cubicBezTo>
                  <a:cubicBezTo>
                    <a:pt x="6868" y="7625"/>
                    <a:pt x="7026" y="8034"/>
                    <a:pt x="7278" y="8349"/>
                  </a:cubicBezTo>
                  <a:cubicBezTo>
                    <a:pt x="6648" y="8507"/>
                    <a:pt x="6144" y="8885"/>
                    <a:pt x="5829" y="9452"/>
                  </a:cubicBezTo>
                  <a:cubicBezTo>
                    <a:pt x="5514" y="8917"/>
                    <a:pt x="5010" y="8539"/>
                    <a:pt x="4411" y="8381"/>
                  </a:cubicBezTo>
                  <a:cubicBezTo>
                    <a:pt x="4663" y="8066"/>
                    <a:pt x="4821" y="7719"/>
                    <a:pt x="4821" y="7278"/>
                  </a:cubicBezTo>
                  <a:cubicBezTo>
                    <a:pt x="4821" y="6333"/>
                    <a:pt x="4064" y="5577"/>
                    <a:pt x="3119" y="5577"/>
                  </a:cubicBezTo>
                  <a:cubicBezTo>
                    <a:pt x="2174" y="5577"/>
                    <a:pt x="1418" y="6333"/>
                    <a:pt x="1418" y="7278"/>
                  </a:cubicBezTo>
                  <a:cubicBezTo>
                    <a:pt x="1418" y="7719"/>
                    <a:pt x="1576" y="8097"/>
                    <a:pt x="1828" y="8381"/>
                  </a:cubicBezTo>
                  <a:cubicBezTo>
                    <a:pt x="788" y="8665"/>
                    <a:pt x="32" y="9610"/>
                    <a:pt x="32" y="10712"/>
                  </a:cubicBezTo>
                  <a:lnTo>
                    <a:pt x="32" y="11374"/>
                  </a:lnTo>
                  <a:cubicBezTo>
                    <a:pt x="32" y="11563"/>
                    <a:pt x="189" y="11721"/>
                    <a:pt x="410" y="11721"/>
                  </a:cubicBezTo>
                  <a:lnTo>
                    <a:pt x="11374" y="11721"/>
                  </a:lnTo>
                  <a:cubicBezTo>
                    <a:pt x="11594" y="11721"/>
                    <a:pt x="11752" y="11563"/>
                    <a:pt x="11752" y="11374"/>
                  </a:cubicBezTo>
                  <a:lnTo>
                    <a:pt x="11752" y="10712"/>
                  </a:lnTo>
                  <a:cubicBezTo>
                    <a:pt x="11752" y="9610"/>
                    <a:pt x="10995" y="8665"/>
                    <a:pt x="9956" y="8381"/>
                  </a:cubicBezTo>
                  <a:cubicBezTo>
                    <a:pt x="10208" y="8066"/>
                    <a:pt x="10365" y="7719"/>
                    <a:pt x="10365" y="7278"/>
                  </a:cubicBezTo>
                  <a:cubicBezTo>
                    <a:pt x="10365" y="6459"/>
                    <a:pt x="9767" y="5735"/>
                    <a:pt x="8979" y="5577"/>
                  </a:cubicBezTo>
                  <a:lnTo>
                    <a:pt x="8979" y="4884"/>
                  </a:lnTo>
                  <a:lnTo>
                    <a:pt x="10649" y="4884"/>
                  </a:lnTo>
                  <a:lnTo>
                    <a:pt x="10649" y="4821"/>
                  </a:lnTo>
                  <a:cubicBezTo>
                    <a:pt x="11185" y="4821"/>
                    <a:pt x="11657" y="4348"/>
                    <a:pt x="11657" y="3813"/>
                  </a:cubicBezTo>
                  <a:lnTo>
                    <a:pt x="11657" y="2395"/>
                  </a:lnTo>
                  <a:cubicBezTo>
                    <a:pt x="11657" y="1828"/>
                    <a:pt x="11185" y="1355"/>
                    <a:pt x="10649" y="1355"/>
                  </a:cubicBezTo>
                  <a:lnTo>
                    <a:pt x="7530" y="1355"/>
                  </a:lnTo>
                  <a:lnTo>
                    <a:pt x="7530" y="1009"/>
                  </a:lnTo>
                  <a:cubicBezTo>
                    <a:pt x="7530" y="473"/>
                    <a:pt x="7057" y="1"/>
                    <a:pt x="6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662;p27">
            <a:extLst>
              <a:ext uri="{FF2B5EF4-FFF2-40B4-BE49-F238E27FC236}">
                <a16:creationId xmlns:a16="http://schemas.microsoft.com/office/drawing/2014/main" id="{45ABCABF-E906-8D1A-B50D-A818741D6D15}"/>
              </a:ext>
            </a:extLst>
          </p:cNvPr>
          <p:cNvGrpSpPr/>
          <p:nvPr/>
        </p:nvGrpSpPr>
        <p:grpSpPr>
          <a:xfrm>
            <a:off x="228601" y="3954656"/>
            <a:ext cx="1103407" cy="952624"/>
            <a:chOff x="6017016" y="1476850"/>
            <a:chExt cx="2424065" cy="1804994"/>
          </a:xfrm>
        </p:grpSpPr>
        <p:sp>
          <p:nvSpPr>
            <p:cNvPr id="40" name="Google Shape;663;p27">
              <a:extLst>
                <a:ext uri="{FF2B5EF4-FFF2-40B4-BE49-F238E27FC236}">
                  <a16:creationId xmlns:a16="http://schemas.microsoft.com/office/drawing/2014/main" id="{86C82D24-BFFF-EEEA-71CD-7CC3ABEF93B0}"/>
                </a:ext>
              </a:extLst>
            </p:cNvPr>
            <p:cNvSpPr/>
            <p:nvPr/>
          </p:nvSpPr>
          <p:spPr>
            <a:xfrm>
              <a:off x="6201981" y="1476850"/>
              <a:ext cx="2222593" cy="1267066"/>
            </a:xfrm>
            <a:custGeom>
              <a:avLst/>
              <a:gdLst/>
              <a:ahLst/>
              <a:cxnLst/>
              <a:rect l="l" t="t" r="r" b="b"/>
              <a:pathLst>
                <a:path w="32311" h="18420" extrusionOk="0">
                  <a:moveTo>
                    <a:pt x="0" y="0"/>
                  </a:moveTo>
                  <a:lnTo>
                    <a:pt x="7933" y="9210"/>
                  </a:lnTo>
                  <a:lnTo>
                    <a:pt x="0" y="18420"/>
                  </a:lnTo>
                  <a:lnTo>
                    <a:pt x="24347" y="18420"/>
                  </a:lnTo>
                  <a:lnTo>
                    <a:pt x="32311" y="9210"/>
                  </a:lnTo>
                  <a:lnTo>
                    <a:pt x="2434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64;p27">
              <a:extLst>
                <a:ext uri="{FF2B5EF4-FFF2-40B4-BE49-F238E27FC236}">
                  <a16:creationId xmlns:a16="http://schemas.microsoft.com/office/drawing/2014/main" id="{24F31BBA-4484-5806-0670-576BEE949451}"/>
                </a:ext>
              </a:extLst>
            </p:cNvPr>
            <p:cNvSpPr/>
            <p:nvPr/>
          </p:nvSpPr>
          <p:spPr>
            <a:xfrm>
              <a:off x="6937636" y="3243601"/>
              <a:ext cx="497678" cy="69"/>
            </a:xfrm>
            <a:custGeom>
              <a:avLst/>
              <a:gdLst/>
              <a:ahLst/>
              <a:cxnLst/>
              <a:rect l="l" t="t" r="r" b="b"/>
              <a:pathLst>
                <a:path w="7235" h="1" fill="none" extrusionOk="0">
                  <a:moveTo>
                    <a:pt x="7234" y="0"/>
                  </a:moveTo>
                  <a:lnTo>
                    <a:pt x="0" y="0"/>
                  </a:lnTo>
                </a:path>
              </a:pathLst>
            </a:custGeom>
            <a:noFill/>
            <a:ln w="8350" cap="flat" cmpd="sng">
              <a:solidFill>
                <a:schemeClr val="accent2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67;p27">
              <a:extLst>
                <a:ext uri="{FF2B5EF4-FFF2-40B4-BE49-F238E27FC236}">
                  <a16:creationId xmlns:a16="http://schemas.microsoft.com/office/drawing/2014/main" id="{BD2BE048-05F8-A040-672A-57838FB254E4}"/>
                </a:ext>
              </a:extLst>
            </p:cNvPr>
            <p:cNvSpPr txBox="1"/>
            <p:nvPr/>
          </p:nvSpPr>
          <p:spPr>
            <a:xfrm>
              <a:off x="6017016" y="3042445"/>
              <a:ext cx="2424065" cy="2393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accent1">
                      <a:lumMod val="75000"/>
                    </a:schemeClr>
                  </a:solidFill>
                  <a:latin typeface="Fira Sans"/>
                  <a:ea typeface="Fira Sans"/>
                  <a:cs typeface="Fira Sans"/>
                  <a:sym typeface="Fira Sans"/>
                </a:rPr>
                <a:t>Amenaza</a:t>
              </a:r>
              <a:endParaRPr b="1" dirty="0">
                <a:solidFill>
                  <a:schemeClr val="accent1">
                    <a:lumMod val="75000"/>
                  </a:schemeClr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44" name="Google Shape;668;p27">
              <a:extLst>
                <a:ext uri="{FF2B5EF4-FFF2-40B4-BE49-F238E27FC236}">
                  <a16:creationId xmlns:a16="http://schemas.microsoft.com/office/drawing/2014/main" id="{87BF5398-0367-1EF6-1848-A2D75924CC91}"/>
                </a:ext>
              </a:extLst>
            </p:cNvPr>
            <p:cNvSpPr/>
            <p:nvPr/>
          </p:nvSpPr>
          <p:spPr>
            <a:xfrm>
              <a:off x="7159265" y="1906833"/>
              <a:ext cx="442516" cy="407107"/>
            </a:xfrm>
            <a:custGeom>
              <a:avLst/>
              <a:gdLst/>
              <a:ahLst/>
              <a:cxnLst/>
              <a:rect l="l" t="t" r="r" b="b"/>
              <a:pathLst>
                <a:path w="11910" h="10957" extrusionOk="0">
                  <a:moveTo>
                    <a:pt x="7325" y="654"/>
                  </a:moveTo>
                  <a:cubicBezTo>
                    <a:pt x="7412" y="654"/>
                    <a:pt x="7498" y="686"/>
                    <a:pt x="7561" y="749"/>
                  </a:cubicBezTo>
                  <a:lnTo>
                    <a:pt x="10995" y="4088"/>
                  </a:lnTo>
                  <a:cubicBezTo>
                    <a:pt x="11122" y="4246"/>
                    <a:pt x="11122" y="4466"/>
                    <a:pt x="10995" y="4592"/>
                  </a:cubicBezTo>
                  <a:lnTo>
                    <a:pt x="10082" y="5506"/>
                  </a:lnTo>
                  <a:lnTo>
                    <a:pt x="7404" y="2859"/>
                  </a:lnTo>
                  <a:cubicBezTo>
                    <a:pt x="7215" y="2670"/>
                    <a:pt x="6955" y="2576"/>
                    <a:pt x="6691" y="2576"/>
                  </a:cubicBezTo>
                  <a:cubicBezTo>
                    <a:pt x="6427" y="2576"/>
                    <a:pt x="6159" y="2670"/>
                    <a:pt x="5955" y="2859"/>
                  </a:cubicBezTo>
                  <a:lnTo>
                    <a:pt x="4978" y="3805"/>
                  </a:lnTo>
                  <a:cubicBezTo>
                    <a:pt x="4915" y="3868"/>
                    <a:pt x="4828" y="3899"/>
                    <a:pt x="4742" y="3899"/>
                  </a:cubicBezTo>
                  <a:cubicBezTo>
                    <a:pt x="4655" y="3899"/>
                    <a:pt x="4568" y="3868"/>
                    <a:pt x="4505" y="3805"/>
                  </a:cubicBezTo>
                  <a:cubicBezTo>
                    <a:pt x="4379" y="3679"/>
                    <a:pt x="4379" y="3458"/>
                    <a:pt x="4505" y="3332"/>
                  </a:cubicBezTo>
                  <a:lnTo>
                    <a:pt x="5955" y="1883"/>
                  </a:lnTo>
                  <a:lnTo>
                    <a:pt x="7089" y="749"/>
                  </a:lnTo>
                  <a:cubicBezTo>
                    <a:pt x="7152" y="686"/>
                    <a:pt x="7239" y="654"/>
                    <a:pt x="7325" y="654"/>
                  </a:cubicBezTo>
                  <a:close/>
                  <a:moveTo>
                    <a:pt x="2808" y="5183"/>
                  </a:moveTo>
                  <a:cubicBezTo>
                    <a:pt x="2899" y="5183"/>
                    <a:pt x="2993" y="5207"/>
                    <a:pt x="3056" y="5254"/>
                  </a:cubicBezTo>
                  <a:cubicBezTo>
                    <a:pt x="3151" y="5380"/>
                    <a:pt x="3151" y="5632"/>
                    <a:pt x="3056" y="5726"/>
                  </a:cubicBezTo>
                  <a:lnTo>
                    <a:pt x="2048" y="6735"/>
                  </a:lnTo>
                  <a:cubicBezTo>
                    <a:pt x="2001" y="6782"/>
                    <a:pt x="1914" y="6805"/>
                    <a:pt x="1824" y="6805"/>
                  </a:cubicBezTo>
                  <a:cubicBezTo>
                    <a:pt x="1733" y="6805"/>
                    <a:pt x="1639" y="6782"/>
                    <a:pt x="1576" y="6735"/>
                  </a:cubicBezTo>
                  <a:cubicBezTo>
                    <a:pt x="1449" y="6609"/>
                    <a:pt x="1449" y="6357"/>
                    <a:pt x="1576" y="6262"/>
                  </a:cubicBezTo>
                  <a:lnTo>
                    <a:pt x="2584" y="5254"/>
                  </a:lnTo>
                  <a:cubicBezTo>
                    <a:pt x="2631" y="5207"/>
                    <a:pt x="2718" y="5183"/>
                    <a:pt x="2808" y="5183"/>
                  </a:cubicBezTo>
                  <a:close/>
                  <a:moveTo>
                    <a:pt x="3785" y="6167"/>
                  </a:moveTo>
                  <a:cubicBezTo>
                    <a:pt x="3875" y="6167"/>
                    <a:pt x="3970" y="6199"/>
                    <a:pt x="4033" y="6262"/>
                  </a:cubicBezTo>
                  <a:cubicBezTo>
                    <a:pt x="4159" y="6357"/>
                    <a:pt x="4159" y="6609"/>
                    <a:pt x="4033" y="6735"/>
                  </a:cubicBezTo>
                  <a:lnTo>
                    <a:pt x="3056" y="7711"/>
                  </a:lnTo>
                  <a:cubicBezTo>
                    <a:pt x="2993" y="7774"/>
                    <a:pt x="2899" y="7806"/>
                    <a:pt x="2808" y="7806"/>
                  </a:cubicBezTo>
                  <a:cubicBezTo>
                    <a:pt x="2718" y="7806"/>
                    <a:pt x="2631" y="7774"/>
                    <a:pt x="2584" y="7711"/>
                  </a:cubicBezTo>
                  <a:cubicBezTo>
                    <a:pt x="2395" y="7554"/>
                    <a:pt x="2395" y="7365"/>
                    <a:pt x="2584" y="7239"/>
                  </a:cubicBezTo>
                  <a:lnTo>
                    <a:pt x="3560" y="6262"/>
                  </a:lnTo>
                  <a:cubicBezTo>
                    <a:pt x="3608" y="6199"/>
                    <a:pt x="3694" y="6167"/>
                    <a:pt x="3785" y="6167"/>
                  </a:cubicBezTo>
                  <a:close/>
                  <a:moveTo>
                    <a:pt x="4730" y="7113"/>
                  </a:moveTo>
                  <a:cubicBezTo>
                    <a:pt x="4821" y="7113"/>
                    <a:pt x="4915" y="7144"/>
                    <a:pt x="4978" y="7207"/>
                  </a:cubicBezTo>
                  <a:cubicBezTo>
                    <a:pt x="5073" y="7302"/>
                    <a:pt x="5073" y="7554"/>
                    <a:pt x="4978" y="7680"/>
                  </a:cubicBezTo>
                  <a:lnTo>
                    <a:pt x="4001" y="8656"/>
                  </a:lnTo>
                  <a:cubicBezTo>
                    <a:pt x="3938" y="8719"/>
                    <a:pt x="3844" y="8751"/>
                    <a:pt x="3749" y="8751"/>
                  </a:cubicBezTo>
                  <a:cubicBezTo>
                    <a:pt x="3655" y="8751"/>
                    <a:pt x="3560" y="8719"/>
                    <a:pt x="3497" y="8656"/>
                  </a:cubicBezTo>
                  <a:cubicBezTo>
                    <a:pt x="3403" y="8530"/>
                    <a:pt x="3403" y="8310"/>
                    <a:pt x="3497" y="8184"/>
                  </a:cubicBezTo>
                  <a:lnTo>
                    <a:pt x="4505" y="7207"/>
                  </a:lnTo>
                  <a:cubicBezTo>
                    <a:pt x="4553" y="7144"/>
                    <a:pt x="4639" y="7113"/>
                    <a:pt x="4730" y="7113"/>
                  </a:cubicBezTo>
                  <a:close/>
                  <a:moveTo>
                    <a:pt x="4100" y="969"/>
                  </a:moveTo>
                  <a:cubicBezTo>
                    <a:pt x="4190" y="969"/>
                    <a:pt x="4285" y="1001"/>
                    <a:pt x="4348" y="1064"/>
                  </a:cubicBezTo>
                  <a:lnTo>
                    <a:pt x="5041" y="1725"/>
                  </a:lnTo>
                  <a:lnTo>
                    <a:pt x="3938" y="2828"/>
                  </a:lnTo>
                  <a:cubicBezTo>
                    <a:pt x="3560" y="3206"/>
                    <a:pt x="3560" y="3899"/>
                    <a:pt x="3938" y="4277"/>
                  </a:cubicBezTo>
                  <a:cubicBezTo>
                    <a:pt x="4143" y="4482"/>
                    <a:pt x="4411" y="4584"/>
                    <a:pt x="4675" y="4584"/>
                  </a:cubicBezTo>
                  <a:cubicBezTo>
                    <a:pt x="4939" y="4584"/>
                    <a:pt x="5199" y="4482"/>
                    <a:pt x="5388" y="4277"/>
                  </a:cubicBezTo>
                  <a:lnTo>
                    <a:pt x="6396" y="3332"/>
                  </a:lnTo>
                  <a:cubicBezTo>
                    <a:pt x="6443" y="3269"/>
                    <a:pt x="6530" y="3238"/>
                    <a:pt x="6620" y="3238"/>
                  </a:cubicBezTo>
                  <a:cubicBezTo>
                    <a:pt x="6711" y="3238"/>
                    <a:pt x="6805" y="3269"/>
                    <a:pt x="6868" y="3332"/>
                  </a:cubicBezTo>
                  <a:lnTo>
                    <a:pt x="10334" y="6735"/>
                  </a:lnTo>
                  <a:cubicBezTo>
                    <a:pt x="10491" y="6829"/>
                    <a:pt x="10491" y="7113"/>
                    <a:pt x="10365" y="7239"/>
                  </a:cubicBezTo>
                  <a:cubicBezTo>
                    <a:pt x="10302" y="7302"/>
                    <a:pt x="10216" y="7333"/>
                    <a:pt x="10129" y="7333"/>
                  </a:cubicBezTo>
                  <a:cubicBezTo>
                    <a:pt x="10042" y="7333"/>
                    <a:pt x="9956" y="7302"/>
                    <a:pt x="9893" y="7239"/>
                  </a:cubicBezTo>
                  <a:lnTo>
                    <a:pt x="8444" y="5789"/>
                  </a:lnTo>
                  <a:cubicBezTo>
                    <a:pt x="8381" y="5726"/>
                    <a:pt x="8286" y="5695"/>
                    <a:pt x="8195" y="5695"/>
                  </a:cubicBezTo>
                  <a:cubicBezTo>
                    <a:pt x="8105" y="5695"/>
                    <a:pt x="8018" y="5726"/>
                    <a:pt x="7971" y="5789"/>
                  </a:cubicBezTo>
                  <a:cubicBezTo>
                    <a:pt x="7845" y="5884"/>
                    <a:pt x="7845" y="6136"/>
                    <a:pt x="7971" y="6262"/>
                  </a:cubicBezTo>
                  <a:lnTo>
                    <a:pt x="9420" y="7711"/>
                  </a:lnTo>
                  <a:cubicBezTo>
                    <a:pt x="9546" y="7837"/>
                    <a:pt x="9546" y="8058"/>
                    <a:pt x="9420" y="8184"/>
                  </a:cubicBezTo>
                  <a:cubicBezTo>
                    <a:pt x="9357" y="8247"/>
                    <a:pt x="9271" y="8278"/>
                    <a:pt x="9184" y="8278"/>
                  </a:cubicBezTo>
                  <a:cubicBezTo>
                    <a:pt x="9097" y="8278"/>
                    <a:pt x="9011" y="8247"/>
                    <a:pt x="8948" y="8184"/>
                  </a:cubicBezTo>
                  <a:lnTo>
                    <a:pt x="7498" y="6735"/>
                  </a:lnTo>
                  <a:cubicBezTo>
                    <a:pt x="7435" y="6672"/>
                    <a:pt x="7341" y="6640"/>
                    <a:pt x="7250" y="6640"/>
                  </a:cubicBezTo>
                  <a:cubicBezTo>
                    <a:pt x="7160" y="6640"/>
                    <a:pt x="7073" y="6672"/>
                    <a:pt x="7026" y="6735"/>
                  </a:cubicBezTo>
                  <a:cubicBezTo>
                    <a:pt x="6900" y="6829"/>
                    <a:pt x="6900" y="7081"/>
                    <a:pt x="7026" y="7176"/>
                  </a:cubicBezTo>
                  <a:lnTo>
                    <a:pt x="8475" y="8656"/>
                  </a:lnTo>
                  <a:cubicBezTo>
                    <a:pt x="8601" y="8751"/>
                    <a:pt x="8601" y="9003"/>
                    <a:pt x="8475" y="9129"/>
                  </a:cubicBezTo>
                  <a:cubicBezTo>
                    <a:pt x="8412" y="9176"/>
                    <a:pt x="8325" y="9200"/>
                    <a:pt x="8239" y="9200"/>
                  </a:cubicBezTo>
                  <a:cubicBezTo>
                    <a:pt x="8152" y="9200"/>
                    <a:pt x="8066" y="9176"/>
                    <a:pt x="8003" y="9129"/>
                  </a:cubicBezTo>
                  <a:lnTo>
                    <a:pt x="6459" y="7648"/>
                  </a:lnTo>
                  <a:cubicBezTo>
                    <a:pt x="6270" y="7459"/>
                    <a:pt x="6018" y="7396"/>
                    <a:pt x="5797" y="7396"/>
                  </a:cubicBezTo>
                  <a:cubicBezTo>
                    <a:pt x="5797" y="7144"/>
                    <a:pt x="5671" y="6924"/>
                    <a:pt x="5482" y="6735"/>
                  </a:cubicBezTo>
                  <a:cubicBezTo>
                    <a:pt x="5293" y="6514"/>
                    <a:pt x="5041" y="6451"/>
                    <a:pt x="4821" y="6388"/>
                  </a:cubicBezTo>
                  <a:cubicBezTo>
                    <a:pt x="4821" y="6167"/>
                    <a:pt x="4694" y="5947"/>
                    <a:pt x="4505" y="5726"/>
                  </a:cubicBezTo>
                  <a:cubicBezTo>
                    <a:pt x="4285" y="5537"/>
                    <a:pt x="4064" y="5474"/>
                    <a:pt x="3812" y="5411"/>
                  </a:cubicBezTo>
                  <a:cubicBezTo>
                    <a:pt x="3812" y="5191"/>
                    <a:pt x="3718" y="4939"/>
                    <a:pt x="3497" y="4750"/>
                  </a:cubicBezTo>
                  <a:cubicBezTo>
                    <a:pt x="3308" y="4561"/>
                    <a:pt x="3048" y="4466"/>
                    <a:pt x="2785" y="4466"/>
                  </a:cubicBezTo>
                  <a:cubicBezTo>
                    <a:pt x="2521" y="4466"/>
                    <a:pt x="2253" y="4561"/>
                    <a:pt x="2048" y="4750"/>
                  </a:cubicBezTo>
                  <a:lnTo>
                    <a:pt x="1544" y="5254"/>
                  </a:lnTo>
                  <a:lnTo>
                    <a:pt x="819" y="4561"/>
                  </a:lnTo>
                  <a:cubicBezTo>
                    <a:pt x="725" y="4435"/>
                    <a:pt x="725" y="4183"/>
                    <a:pt x="819" y="4088"/>
                  </a:cubicBezTo>
                  <a:lnTo>
                    <a:pt x="3875" y="1064"/>
                  </a:lnTo>
                  <a:cubicBezTo>
                    <a:pt x="3923" y="1001"/>
                    <a:pt x="4009" y="969"/>
                    <a:pt x="4100" y="969"/>
                  </a:cubicBezTo>
                  <a:close/>
                  <a:moveTo>
                    <a:pt x="5718" y="8089"/>
                  </a:moveTo>
                  <a:cubicBezTo>
                    <a:pt x="5805" y="8089"/>
                    <a:pt x="5892" y="8121"/>
                    <a:pt x="5955" y="8184"/>
                  </a:cubicBezTo>
                  <a:cubicBezTo>
                    <a:pt x="6081" y="8310"/>
                    <a:pt x="6081" y="8530"/>
                    <a:pt x="5955" y="8656"/>
                  </a:cubicBezTo>
                  <a:lnTo>
                    <a:pt x="4978" y="9633"/>
                  </a:lnTo>
                  <a:cubicBezTo>
                    <a:pt x="4915" y="9696"/>
                    <a:pt x="4821" y="9728"/>
                    <a:pt x="4730" y="9728"/>
                  </a:cubicBezTo>
                  <a:cubicBezTo>
                    <a:pt x="4639" y="9728"/>
                    <a:pt x="4553" y="9696"/>
                    <a:pt x="4505" y="9633"/>
                  </a:cubicBezTo>
                  <a:cubicBezTo>
                    <a:pt x="4379" y="9507"/>
                    <a:pt x="4379" y="9286"/>
                    <a:pt x="4505" y="9160"/>
                  </a:cubicBezTo>
                  <a:lnTo>
                    <a:pt x="5482" y="8184"/>
                  </a:lnTo>
                  <a:cubicBezTo>
                    <a:pt x="5545" y="8121"/>
                    <a:pt x="5632" y="8089"/>
                    <a:pt x="5718" y="8089"/>
                  </a:cubicBezTo>
                  <a:close/>
                  <a:moveTo>
                    <a:pt x="6616" y="8877"/>
                  </a:moveTo>
                  <a:lnTo>
                    <a:pt x="7467" y="9665"/>
                  </a:lnTo>
                  <a:cubicBezTo>
                    <a:pt x="7593" y="9759"/>
                    <a:pt x="7593" y="9980"/>
                    <a:pt x="7435" y="10106"/>
                  </a:cubicBezTo>
                  <a:cubicBezTo>
                    <a:pt x="7388" y="10169"/>
                    <a:pt x="7286" y="10200"/>
                    <a:pt x="7179" y="10200"/>
                  </a:cubicBezTo>
                  <a:cubicBezTo>
                    <a:pt x="7073" y="10200"/>
                    <a:pt x="6963" y="10169"/>
                    <a:pt x="6900" y="10106"/>
                  </a:cubicBezTo>
                  <a:lnTo>
                    <a:pt x="6207" y="9412"/>
                  </a:lnTo>
                  <a:lnTo>
                    <a:pt x="6427" y="9160"/>
                  </a:lnTo>
                  <a:cubicBezTo>
                    <a:pt x="6522" y="9097"/>
                    <a:pt x="6585" y="8971"/>
                    <a:pt x="6616" y="8877"/>
                  </a:cubicBezTo>
                  <a:close/>
                  <a:moveTo>
                    <a:pt x="7309" y="0"/>
                  </a:moveTo>
                  <a:cubicBezTo>
                    <a:pt x="7042" y="0"/>
                    <a:pt x="6774" y="103"/>
                    <a:pt x="6585" y="308"/>
                  </a:cubicBezTo>
                  <a:lnTo>
                    <a:pt x="5608" y="1284"/>
                  </a:lnTo>
                  <a:lnTo>
                    <a:pt x="4852" y="560"/>
                  </a:lnTo>
                  <a:cubicBezTo>
                    <a:pt x="4656" y="394"/>
                    <a:pt x="4409" y="307"/>
                    <a:pt x="4163" y="307"/>
                  </a:cubicBezTo>
                  <a:cubicBezTo>
                    <a:pt x="3897" y="307"/>
                    <a:pt x="3631" y="409"/>
                    <a:pt x="3434" y="623"/>
                  </a:cubicBezTo>
                  <a:lnTo>
                    <a:pt x="410" y="3647"/>
                  </a:lnTo>
                  <a:cubicBezTo>
                    <a:pt x="0" y="4025"/>
                    <a:pt x="0" y="4718"/>
                    <a:pt x="410" y="5096"/>
                  </a:cubicBezTo>
                  <a:lnTo>
                    <a:pt x="1103" y="5821"/>
                  </a:lnTo>
                  <a:cubicBezTo>
                    <a:pt x="725" y="6199"/>
                    <a:pt x="725" y="6829"/>
                    <a:pt x="1103" y="7239"/>
                  </a:cubicBezTo>
                  <a:cubicBezTo>
                    <a:pt x="1292" y="7428"/>
                    <a:pt x="1544" y="7491"/>
                    <a:pt x="1765" y="7554"/>
                  </a:cubicBezTo>
                  <a:cubicBezTo>
                    <a:pt x="1765" y="7774"/>
                    <a:pt x="1891" y="8026"/>
                    <a:pt x="2080" y="8215"/>
                  </a:cubicBezTo>
                  <a:cubicBezTo>
                    <a:pt x="2300" y="8404"/>
                    <a:pt x="2521" y="8499"/>
                    <a:pt x="2773" y="8530"/>
                  </a:cubicBezTo>
                  <a:cubicBezTo>
                    <a:pt x="2773" y="8751"/>
                    <a:pt x="2867" y="9003"/>
                    <a:pt x="3088" y="9192"/>
                  </a:cubicBezTo>
                  <a:cubicBezTo>
                    <a:pt x="3277" y="9381"/>
                    <a:pt x="3497" y="9475"/>
                    <a:pt x="3749" y="9507"/>
                  </a:cubicBezTo>
                  <a:cubicBezTo>
                    <a:pt x="3749" y="9759"/>
                    <a:pt x="3875" y="9980"/>
                    <a:pt x="4064" y="10169"/>
                  </a:cubicBezTo>
                  <a:cubicBezTo>
                    <a:pt x="4253" y="10373"/>
                    <a:pt x="4521" y="10476"/>
                    <a:pt x="4789" y="10476"/>
                  </a:cubicBezTo>
                  <a:cubicBezTo>
                    <a:pt x="5057" y="10476"/>
                    <a:pt x="5325" y="10373"/>
                    <a:pt x="5514" y="10169"/>
                  </a:cubicBezTo>
                  <a:lnTo>
                    <a:pt x="5766" y="9948"/>
                  </a:lnTo>
                  <a:lnTo>
                    <a:pt x="6459" y="10673"/>
                  </a:lnTo>
                  <a:cubicBezTo>
                    <a:pt x="6664" y="10862"/>
                    <a:pt x="6939" y="10956"/>
                    <a:pt x="7219" y="10956"/>
                  </a:cubicBezTo>
                  <a:cubicBezTo>
                    <a:pt x="7498" y="10956"/>
                    <a:pt x="7782" y="10862"/>
                    <a:pt x="8003" y="10673"/>
                  </a:cubicBezTo>
                  <a:cubicBezTo>
                    <a:pt x="8192" y="10452"/>
                    <a:pt x="8286" y="10232"/>
                    <a:pt x="8318" y="9980"/>
                  </a:cubicBezTo>
                  <a:cubicBezTo>
                    <a:pt x="8538" y="9980"/>
                    <a:pt x="8790" y="9885"/>
                    <a:pt x="8979" y="9665"/>
                  </a:cubicBezTo>
                  <a:cubicBezTo>
                    <a:pt x="9168" y="9475"/>
                    <a:pt x="9263" y="9255"/>
                    <a:pt x="9294" y="9003"/>
                  </a:cubicBezTo>
                  <a:cubicBezTo>
                    <a:pt x="9546" y="9003"/>
                    <a:pt x="9767" y="8877"/>
                    <a:pt x="9956" y="8688"/>
                  </a:cubicBezTo>
                  <a:cubicBezTo>
                    <a:pt x="10176" y="8499"/>
                    <a:pt x="10239" y="8247"/>
                    <a:pt x="10271" y="8026"/>
                  </a:cubicBezTo>
                  <a:cubicBezTo>
                    <a:pt x="10523" y="8026"/>
                    <a:pt x="10743" y="7900"/>
                    <a:pt x="10964" y="7711"/>
                  </a:cubicBezTo>
                  <a:cubicBezTo>
                    <a:pt x="11342" y="7302"/>
                    <a:pt x="11342" y="6640"/>
                    <a:pt x="10964" y="6262"/>
                  </a:cubicBezTo>
                  <a:lnTo>
                    <a:pt x="10680" y="5978"/>
                  </a:lnTo>
                  <a:lnTo>
                    <a:pt x="11594" y="5065"/>
                  </a:lnTo>
                  <a:cubicBezTo>
                    <a:pt x="11909" y="4687"/>
                    <a:pt x="11909" y="4057"/>
                    <a:pt x="11468" y="3647"/>
                  </a:cubicBezTo>
                  <a:lnTo>
                    <a:pt x="8034" y="308"/>
                  </a:lnTo>
                  <a:cubicBezTo>
                    <a:pt x="7845" y="103"/>
                    <a:pt x="7577" y="0"/>
                    <a:pt x="73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Rectángulo 44">
            <a:extLst>
              <a:ext uri="{FF2B5EF4-FFF2-40B4-BE49-F238E27FC236}">
                <a16:creationId xmlns:a16="http://schemas.microsoft.com/office/drawing/2014/main" id="{BD839612-F3C7-7883-56FA-B48F3F0A2C39}"/>
              </a:ext>
            </a:extLst>
          </p:cNvPr>
          <p:cNvSpPr/>
          <p:nvPr/>
        </p:nvSpPr>
        <p:spPr>
          <a:xfrm>
            <a:off x="7246300" y="781066"/>
            <a:ext cx="1915782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Matriz FODA</a:t>
            </a:r>
          </a:p>
        </p:txBody>
      </p:sp>
      <p:sp>
        <p:nvSpPr>
          <p:cNvPr id="5" name="Medio marco 4">
            <a:extLst>
              <a:ext uri="{FF2B5EF4-FFF2-40B4-BE49-F238E27FC236}">
                <a16:creationId xmlns:a16="http://schemas.microsoft.com/office/drawing/2014/main" id="{A7E21EAB-4C1A-261C-497D-6D4ED8C51609}"/>
              </a:ext>
            </a:extLst>
          </p:cNvPr>
          <p:cNvSpPr/>
          <p:nvPr/>
        </p:nvSpPr>
        <p:spPr>
          <a:xfrm rot="18776229">
            <a:off x="4964317" y="3125317"/>
            <a:ext cx="177333" cy="159879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22" name="Medio marco 21">
            <a:extLst>
              <a:ext uri="{FF2B5EF4-FFF2-40B4-BE49-F238E27FC236}">
                <a16:creationId xmlns:a16="http://schemas.microsoft.com/office/drawing/2014/main" id="{01CC97D8-27FB-96ED-7536-BDD46E59B02C}"/>
              </a:ext>
            </a:extLst>
          </p:cNvPr>
          <p:cNvSpPr/>
          <p:nvPr/>
        </p:nvSpPr>
        <p:spPr>
          <a:xfrm rot="18776229">
            <a:off x="6950366" y="2218556"/>
            <a:ext cx="177333" cy="159879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23" name="Medio marco 22">
            <a:extLst>
              <a:ext uri="{FF2B5EF4-FFF2-40B4-BE49-F238E27FC236}">
                <a16:creationId xmlns:a16="http://schemas.microsoft.com/office/drawing/2014/main" id="{3E9D8EAB-BAC1-A5A0-8135-9F6E5213F960}"/>
              </a:ext>
            </a:extLst>
          </p:cNvPr>
          <p:cNvSpPr/>
          <p:nvPr/>
        </p:nvSpPr>
        <p:spPr>
          <a:xfrm rot="18776229">
            <a:off x="6950366" y="2645698"/>
            <a:ext cx="177333" cy="159879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  <p:sp>
        <p:nvSpPr>
          <p:cNvPr id="28" name="Medio marco 27">
            <a:extLst>
              <a:ext uri="{FF2B5EF4-FFF2-40B4-BE49-F238E27FC236}">
                <a16:creationId xmlns:a16="http://schemas.microsoft.com/office/drawing/2014/main" id="{FB6E753F-FE1F-15F3-B8BA-DC97ACB6FE5F}"/>
              </a:ext>
            </a:extLst>
          </p:cNvPr>
          <p:cNvSpPr/>
          <p:nvPr/>
        </p:nvSpPr>
        <p:spPr>
          <a:xfrm rot="18776229">
            <a:off x="6950366" y="3679024"/>
            <a:ext cx="177333" cy="159879"/>
          </a:xfrm>
          <a:prstGeom prst="halfFram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9056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24"/>
          <p:cNvGrpSpPr/>
          <p:nvPr/>
        </p:nvGrpSpPr>
        <p:grpSpPr>
          <a:xfrm>
            <a:off x="-34626" y="1001800"/>
            <a:ext cx="4633393" cy="1835950"/>
            <a:chOff x="-34626" y="1001800"/>
            <a:chExt cx="4633393" cy="1835950"/>
          </a:xfrm>
        </p:grpSpPr>
        <p:sp>
          <p:nvSpPr>
            <p:cNvPr id="513" name="Google Shape;513;p24"/>
            <p:cNvSpPr/>
            <p:nvPr/>
          </p:nvSpPr>
          <p:spPr>
            <a:xfrm>
              <a:off x="2694004" y="1001800"/>
              <a:ext cx="1011341" cy="973190"/>
            </a:xfrm>
            <a:custGeom>
              <a:avLst/>
              <a:gdLst/>
              <a:ahLst/>
              <a:cxnLst/>
              <a:rect l="l" t="t" r="r" b="b"/>
              <a:pathLst>
                <a:path w="15534" h="14948" extrusionOk="0">
                  <a:moveTo>
                    <a:pt x="6886" y="0"/>
                  </a:moveTo>
                  <a:cubicBezTo>
                    <a:pt x="5275" y="0"/>
                    <a:pt x="3664" y="616"/>
                    <a:pt x="2433" y="1847"/>
                  </a:cubicBezTo>
                  <a:cubicBezTo>
                    <a:pt x="1" y="4309"/>
                    <a:pt x="1" y="8291"/>
                    <a:pt x="2433" y="10753"/>
                  </a:cubicBezTo>
                  <a:lnTo>
                    <a:pt x="6627" y="14947"/>
                  </a:lnTo>
                  <a:lnTo>
                    <a:pt x="9515" y="12060"/>
                  </a:lnTo>
                  <a:lnTo>
                    <a:pt x="12676" y="12060"/>
                  </a:lnTo>
                  <a:lnTo>
                    <a:pt x="12676" y="8929"/>
                  </a:lnTo>
                  <a:lnTo>
                    <a:pt x="15533" y="6041"/>
                  </a:lnTo>
                  <a:lnTo>
                    <a:pt x="11339" y="1847"/>
                  </a:lnTo>
                  <a:cubicBezTo>
                    <a:pt x="10108" y="616"/>
                    <a:pt x="8497" y="0"/>
                    <a:pt x="688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4"/>
            <p:cNvSpPr/>
            <p:nvPr/>
          </p:nvSpPr>
          <p:spPr>
            <a:xfrm>
              <a:off x="3583520" y="1430380"/>
              <a:ext cx="1015247" cy="469407"/>
            </a:xfrm>
            <a:custGeom>
              <a:avLst/>
              <a:gdLst/>
              <a:ahLst/>
              <a:cxnLst/>
              <a:rect l="l" t="t" r="r" b="b"/>
              <a:pathLst>
                <a:path w="15594" h="7210" extrusionOk="0">
                  <a:moveTo>
                    <a:pt x="15131" y="1"/>
                  </a:moveTo>
                  <a:cubicBezTo>
                    <a:pt x="9519" y="1"/>
                    <a:pt x="4083" y="2149"/>
                    <a:pt x="1" y="6024"/>
                  </a:cubicBezTo>
                  <a:lnTo>
                    <a:pt x="1125" y="7209"/>
                  </a:lnTo>
                  <a:cubicBezTo>
                    <a:pt x="4903" y="3638"/>
                    <a:pt x="9913" y="1672"/>
                    <a:pt x="15069" y="1672"/>
                  </a:cubicBezTo>
                  <a:cubicBezTo>
                    <a:pt x="15224" y="1672"/>
                    <a:pt x="15378" y="1674"/>
                    <a:pt x="15533" y="1677"/>
                  </a:cubicBezTo>
                  <a:lnTo>
                    <a:pt x="15594" y="6"/>
                  </a:lnTo>
                  <a:cubicBezTo>
                    <a:pt x="15439" y="2"/>
                    <a:pt x="15285" y="1"/>
                    <a:pt x="151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4"/>
            <p:cNvSpPr/>
            <p:nvPr/>
          </p:nvSpPr>
          <p:spPr>
            <a:xfrm>
              <a:off x="3142244" y="1822501"/>
              <a:ext cx="514590" cy="995455"/>
            </a:xfrm>
            <a:custGeom>
              <a:avLst/>
              <a:gdLst/>
              <a:ahLst/>
              <a:cxnLst/>
              <a:rect l="l" t="t" r="r" b="b"/>
              <a:pathLst>
                <a:path w="7904" h="15290" extrusionOk="0">
                  <a:moveTo>
                    <a:pt x="6779" y="1"/>
                  </a:moveTo>
                  <a:cubicBezTo>
                    <a:pt x="4803" y="1885"/>
                    <a:pt x="3131" y="4165"/>
                    <a:pt x="1946" y="6810"/>
                  </a:cubicBezTo>
                  <a:cubicBezTo>
                    <a:pt x="699" y="9545"/>
                    <a:pt x="61" y="12402"/>
                    <a:pt x="0" y="15260"/>
                  </a:cubicBezTo>
                  <a:lnTo>
                    <a:pt x="1642" y="15290"/>
                  </a:lnTo>
                  <a:cubicBezTo>
                    <a:pt x="1703" y="12676"/>
                    <a:pt x="2280" y="10031"/>
                    <a:pt x="3435" y="7478"/>
                  </a:cubicBezTo>
                  <a:cubicBezTo>
                    <a:pt x="4560" y="5047"/>
                    <a:pt x="6080" y="2919"/>
                    <a:pt x="7903" y="1186"/>
                  </a:cubicBezTo>
                  <a:lnTo>
                    <a:pt x="677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4"/>
            <p:cNvSpPr/>
            <p:nvPr/>
          </p:nvSpPr>
          <p:spPr>
            <a:xfrm>
              <a:off x="3444978" y="1709741"/>
              <a:ext cx="1130027" cy="1128009"/>
            </a:xfrm>
            <a:custGeom>
              <a:avLst/>
              <a:gdLst/>
              <a:ahLst/>
              <a:cxnLst/>
              <a:rect l="l" t="t" r="r" b="b"/>
              <a:pathLst>
                <a:path w="17357" h="17326" extrusionOk="0">
                  <a:moveTo>
                    <a:pt x="17357" y="0"/>
                  </a:moveTo>
                  <a:cubicBezTo>
                    <a:pt x="12919" y="0"/>
                    <a:pt x="8481" y="1672"/>
                    <a:pt x="5107" y="5076"/>
                  </a:cubicBezTo>
                  <a:cubicBezTo>
                    <a:pt x="1703" y="8450"/>
                    <a:pt x="1" y="12888"/>
                    <a:pt x="1" y="17326"/>
                  </a:cubicBezTo>
                  <a:lnTo>
                    <a:pt x="17357" y="17326"/>
                  </a:lnTo>
                  <a:lnTo>
                    <a:pt x="1735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4"/>
            <p:cNvSpPr txBox="1"/>
            <p:nvPr/>
          </p:nvSpPr>
          <p:spPr>
            <a:xfrm>
              <a:off x="2785400" y="1185650"/>
              <a:ext cx="746700" cy="52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bg1"/>
                  </a:solidFill>
                  <a:latin typeface="Fira Sans"/>
                  <a:ea typeface="Fira Sans"/>
                  <a:cs typeface="Fira Sans"/>
                  <a:sym typeface="Fira Sans"/>
                </a:rPr>
                <a:t>A</a:t>
              </a:r>
              <a:endParaRPr sz="3000" b="1" dirty="0">
                <a:solidFill>
                  <a:schemeClr val="bg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18" name="Google Shape;518;p24"/>
            <p:cNvSpPr txBox="1"/>
            <p:nvPr/>
          </p:nvSpPr>
          <p:spPr>
            <a:xfrm>
              <a:off x="-34626" y="1225922"/>
              <a:ext cx="2953769" cy="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49580">
                <a:lnSpc>
                  <a:spcPct val="107000"/>
                </a:lnSpc>
                <a:spcAft>
                  <a:spcPts val="800"/>
                </a:spcAft>
              </a:pPr>
              <a:r>
                <a:rPr lang="es-419" sz="11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1) Estrategias centradas al incremento del volumen de ventas en el mercado nacional.</a:t>
              </a:r>
            </a:p>
            <a:p>
              <a:pPr marL="449580">
                <a:lnSpc>
                  <a:spcPct val="107000"/>
                </a:lnSpc>
                <a:spcAft>
                  <a:spcPts val="800"/>
                </a:spcAft>
              </a:pPr>
              <a:r>
                <a:rPr lang="es-419" sz="11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2) Estrategia centrada al incremento de la participación tecnológica en el proceso productivo.</a:t>
              </a:r>
            </a:p>
          </p:txBody>
        </p:sp>
        <p:sp>
          <p:nvSpPr>
            <p:cNvPr id="519" name="Google Shape;519;p24"/>
            <p:cNvSpPr txBox="1"/>
            <p:nvPr/>
          </p:nvSpPr>
          <p:spPr>
            <a:xfrm>
              <a:off x="449767" y="2175752"/>
              <a:ext cx="2536154" cy="2010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bg1">
                      <a:lumMod val="65000"/>
                    </a:schemeClr>
                  </a:solidFill>
                  <a:latin typeface="Fira Sans"/>
                  <a:ea typeface="Fira Sans"/>
                  <a:cs typeface="Fira Sans"/>
                  <a:sym typeface="Fira Sans"/>
                </a:rPr>
                <a:t>Estrategia ofensiva</a:t>
              </a:r>
              <a:endParaRPr b="1" dirty="0">
                <a:solidFill>
                  <a:schemeClr val="bg1">
                    <a:lumMod val="65000"/>
                  </a:schemeClr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520" name="Google Shape;520;p24"/>
            <p:cNvGrpSpPr/>
            <p:nvPr/>
          </p:nvGrpSpPr>
          <p:grpSpPr>
            <a:xfrm>
              <a:off x="3879935" y="2214095"/>
              <a:ext cx="471893" cy="356731"/>
              <a:chOff x="3962775" y="1990700"/>
              <a:chExt cx="296975" cy="224500"/>
            </a:xfrm>
          </p:grpSpPr>
          <p:sp>
            <p:nvSpPr>
              <p:cNvPr id="521" name="Google Shape;521;p24"/>
              <p:cNvSpPr/>
              <p:nvPr/>
            </p:nvSpPr>
            <p:spPr>
              <a:xfrm>
                <a:off x="4216400" y="2093100"/>
                <a:ext cx="43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1734" h="726" extrusionOk="0">
                    <a:moveTo>
                      <a:pt x="379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79" y="725"/>
                    </a:cubicBezTo>
                    <a:lnTo>
                      <a:pt x="1387" y="725"/>
                    </a:lnTo>
                    <a:cubicBezTo>
                      <a:pt x="1576" y="725"/>
                      <a:pt x="1733" y="568"/>
                      <a:pt x="1733" y="347"/>
                    </a:cubicBezTo>
                    <a:cubicBezTo>
                      <a:pt x="1702" y="158"/>
                      <a:pt x="1544" y="1"/>
                      <a:pt x="138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4"/>
              <p:cNvSpPr/>
              <p:nvPr/>
            </p:nvSpPr>
            <p:spPr>
              <a:xfrm>
                <a:off x="4206950" y="2129325"/>
                <a:ext cx="35475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419" h="1356" extrusionOk="0">
                    <a:moveTo>
                      <a:pt x="351" y="1"/>
                    </a:moveTo>
                    <a:cubicBezTo>
                      <a:pt x="260" y="1"/>
                      <a:pt x="174" y="32"/>
                      <a:pt x="127" y="95"/>
                    </a:cubicBezTo>
                    <a:cubicBezTo>
                      <a:pt x="1" y="221"/>
                      <a:pt x="1" y="410"/>
                      <a:pt x="127" y="568"/>
                    </a:cubicBezTo>
                    <a:lnTo>
                      <a:pt x="820" y="1261"/>
                    </a:lnTo>
                    <a:cubicBezTo>
                      <a:pt x="883" y="1324"/>
                      <a:pt x="969" y="1356"/>
                      <a:pt x="1056" y="1356"/>
                    </a:cubicBezTo>
                    <a:cubicBezTo>
                      <a:pt x="1143" y="1356"/>
                      <a:pt x="1229" y="1324"/>
                      <a:pt x="1292" y="1261"/>
                    </a:cubicBezTo>
                    <a:cubicBezTo>
                      <a:pt x="1418" y="1166"/>
                      <a:pt x="1418" y="914"/>
                      <a:pt x="1292" y="788"/>
                    </a:cubicBezTo>
                    <a:lnTo>
                      <a:pt x="599" y="95"/>
                    </a:lnTo>
                    <a:cubicBezTo>
                      <a:pt x="536" y="32"/>
                      <a:pt x="442" y="1"/>
                      <a:pt x="35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4"/>
              <p:cNvSpPr/>
              <p:nvPr/>
            </p:nvSpPr>
            <p:spPr>
              <a:xfrm>
                <a:off x="4207750" y="2041900"/>
                <a:ext cx="35450" cy="345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1380" extrusionOk="0">
                    <a:moveTo>
                      <a:pt x="1067" y="1"/>
                    </a:moveTo>
                    <a:cubicBezTo>
                      <a:pt x="977" y="1"/>
                      <a:pt x="882" y="32"/>
                      <a:pt x="819" y="95"/>
                    </a:cubicBezTo>
                    <a:lnTo>
                      <a:pt x="126" y="788"/>
                    </a:lnTo>
                    <a:cubicBezTo>
                      <a:pt x="0" y="914"/>
                      <a:pt x="0" y="1135"/>
                      <a:pt x="126" y="1261"/>
                    </a:cubicBezTo>
                    <a:cubicBezTo>
                      <a:pt x="189" y="1340"/>
                      <a:pt x="268" y="1379"/>
                      <a:pt x="351" y="1379"/>
                    </a:cubicBezTo>
                    <a:cubicBezTo>
                      <a:pt x="433" y="1379"/>
                      <a:pt x="520" y="1340"/>
                      <a:pt x="599" y="1261"/>
                    </a:cubicBezTo>
                    <a:lnTo>
                      <a:pt x="1292" y="568"/>
                    </a:lnTo>
                    <a:cubicBezTo>
                      <a:pt x="1418" y="442"/>
                      <a:pt x="1418" y="190"/>
                      <a:pt x="1292" y="95"/>
                    </a:cubicBezTo>
                    <a:cubicBezTo>
                      <a:pt x="1244" y="32"/>
                      <a:pt x="1158" y="1"/>
                      <a:pt x="106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4"/>
              <p:cNvSpPr/>
              <p:nvPr/>
            </p:nvSpPr>
            <p:spPr>
              <a:xfrm>
                <a:off x="3962775" y="1990700"/>
                <a:ext cx="226075" cy="224500"/>
              </a:xfrm>
              <a:custGeom>
                <a:avLst/>
                <a:gdLst/>
                <a:ahLst/>
                <a:cxnLst/>
                <a:rect l="l" t="t" r="r" b="b"/>
                <a:pathLst>
                  <a:path w="9043" h="8980" extrusionOk="0">
                    <a:moveTo>
                      <a:pt x="1419" y="3403"/>
                    </a:moveTo>
                    <a:lnTo>
                      <a:pt x="1419" y="4790"/>
                    </a:lnTo>
                    <a:cubicBezTo>
                      <a:pt x="1009" y="4790"/>
                      <a:pt x="694" y="4506"/>
                      <a:pt x="694" y="4097"/>
                    </a:cubicBezTo>
                    <a:cubicBezTo>
                      <a:pt x="694" y="3719"/>
                      <a:pt x="1009" y="3403"/>
                      <a:pt x="1419" y="3403"/>
                    </a:cubicBezTo>
                    <a:close/>
                    <a:moveTo>
                      <a:pt x="4191" y="2710"/>
                    </a:moveTo>
                    <a:lnTo>
                      <a:pt x="4191" y="5483"/>
                    </a:lnTo>
                    <a:lnTo>
                      <a:pt x="2490" y="5483"/>
                    </a:lnTo>
                    <a:cubicBezTo>
                      <a:pt x="2269" y="5483"/>
                      <a:pt x="2112" y="5325"/>
                      <a:pt x="2112" y="5105"/>
                    </a:cubicBezTo>
                    <a:lnTo>
                      <a:pt x="2112" y="3088"/>
                    </a:lnTo>
                    <a:cubicBezTo>
                      <a:pt x="2112" y="2868"/>
                      <a:pt x="2269" y="2710"/>
                      <a:pt x="2490" y="2710"/>
                    </a:cubicBezTo>
                    <a:close/>
                    <a:moveTo>
                      <a:pt x="6995" y="1828"/>
                    </a:moveTo>
                    <a:lnTo>
                      <a:pt x="6995" y="6428"/>
                    </a:lnTo>
                    <a:cubicBezTo>
                      <a:pt x="6428" y="5924"/>
                      <a:pt x="5672" y="5609"/>
                      <a:pt x="4884" y="5514"/>
                    </a:cubicBezTo>
                    <a:lnTo>
                      <a:pt x="4884" y="2710"/>
                    </a:lnTo>
                    <a:cubicBezTo>
                      <a:pt x="5672" y="2647"/>
                      <a:pt x="6428" y="2332"/>
                      <a:pt x="6995" y="1828"/>
                    </a:cubicBezTo>
                    <a:close/>
                    <a:moveTo>
                      <a:pt x="8066" y="631"/>
                    </a:moveTo>
                    <a:cubicBezTo>
                      <a:pt x="8255" y="631"/>
                      <a:pt x="8413" y="789"/>
                      <a:pt x="8413" y="978"/>
                    </a:cubicBezTo>
                    <a:lnTo>
                      <a:pt x="8413" y="7216"/>
                    </a:lnTo>
                    <a:cubicBezTo>
                      <a:pt x="8413" y="7405"/>
                      <a:pt x="8255" y="7562"/>
                      <a:pt x="8066" y="7562"/>
                    </a:cubicBezTo>
                    <a:cubicBezTo>
                      <a:pt x="7877" y="7562"/>
                      <a:pt x="7720" y="7405"/>
                      <a:pt x="7720" y="7216"/>
                    </a:cubicBezTo>
                    <a:lnTo>
                      <a:pt x="7720" y="978"/>
                    </a:lnTo>
                    <a:cubicBezTo>
                      <a:pt x="7720" y="789"/>
                      <a:pt x="7877" y="631"/>
                      <a:pt x="8066" y="631"/>
                    </a:cubicBezTo>
                    <a:close/>
                    <a:moveTo>
                      <a:pt x="3498" y="6176"/>
                    </a:moveTo>
                    <a:lnTo>
                      <a:pt x="3498" y="7909"/>
                    </a:lnTo>
                    <a:cubicBezTo>
                      <a:pt x="3498" y="8129"/>
                      <a:pt x="3340" y="8287"/>
                      <a:pt x="3151" y="8287"/>
                    </a:cubicBezTo>
                    <a:cubicBezTo>
                      <a:pt x="2962" y="8287"/>
                      <a:pt x="2805" y="8129"/>
                      <a:pt x="2805" y="7909"/>
                    </a:cubicBezTo>
                    <a:lnTo>
                      <a:pt x="2805" y="6176"/>
                    </a:lnTo>
                    <a:close/>
                    <a:moveTo>
                      <a:pt x="8035" y="1"/>
                    </a:moveTo>
                    <a:cubicBezTo>
                      <a:pt x="7531" y="1"/>
                      <a:pt x="7090" y="411"/>
                      <a:pt x="6995" y="883"/>
                    </a:cubicBezTo>
                    <a:lnTo>
                      <a:pt x="6680" y="1198"/>
                    </a:lnTo>
                    <a:cubicBezTo>
                      <a:pt x="6144" y="1734"/>
                      <a:pt x="5325" y="2049"/>
                      <a:pt x="4538" y="2049"/>
                    </a:cubicBezTo>
                    <a:lnTo>
                      <a:pt x="2427" y="2049"/>
                    </a:lnTo>
                    <a:cubicBezTo>
                      <a:pt x="2017" y="2049"/>
                      <a:pt x="1608" y="2332"/>
                      <a:pt x="1450" y="2773"/>
                    </a:cubicBezTo>
                    <a:lnTo>
                      <a:pt x="1387" y="2773"/>
                    </a:lnTo>
                    <a:cubicBezTo>
                      <a:pt x="631" y="2773"/>
                      <a:pt x="1" y="3403"/>
                      <a:pt x="1" y="4128"/>
                    </a:cubicBezTo>
                    <a:cubicBezTo>
                      <a:pt x="1" y="4884"/>
                      <a:pt x="631" y="5514"/>
                      <a:pt x="1387" y="5514"/>
                    </a:cubicBezTo>
                    <a:lnTo>
                      <a:pt x="1450" y="5514"/>
                    </a:lnTo>
                    <a:cubicBezTo>
                      <a:pt x="1576" y="5798"/>
                      <a:pt x="1797" y="6018"/>
                      <a:pt x="2080" y="6144"/>
                    </a:cubicBezTo>
                    <a:lnTo>
                      <a:pt x="2080" y="7940"/>
                    </a:lnTo>
                    <a:cubicBezTo>
                      <a:pt x="2112" y="8507"/>
                      <a:pt x="2584" y="8980"/>
                      <a:pt x="3151" y="8980"/>
                    </a:cubicBezTo>
                    <a:cubicBezTo>
                      <a:pt x="3750" y="8980"/>
                      <a:pt x="4160" y="8507"/>
                      <a:pt x="4160" y="7972"/>
                    </a:cubicBezTo>
                    <a:lnTo>
                      <a:pt x="4160" y="6239"/>
                    </a:lnTo>
                    <a:lnTo>
                      <a:pt x="4538" y="6239"/>
                    </a:lnTo>
                    <a:cubicBezTo>
                      <a:pt x="5325" y="6239"/>
                      <a:pt x="6144" y="6554"/>
                      <a:pt x="6680" y="7090"/>
                    </a:cubicBezTo>
                    <a:lnTo>
                      <a:pt x="6995" y="7405"/>
                    </a:lnTo>
                    <a:cubicBezTo>
                      <a:pt x="7090" y="7909"/>
                      <a:pt x="7531" y="8287"/>
                      <a:pt x="8035" y="8287"/>
                    </a:cubicBezTo>
                    <a:cubicBezTo>
                      <a:pt x="8633" y="8287"/>
                      <a:pt x="9043" y="7814"/>
                      <a:pt x="9043" y="7247"/>
                    </a:cubicBezTo>
                    <a:lnTo>
                      <a:pt x="9043" y="1041"/>
                    </a:lnTo>
                    <a:cubicBezTo>
                      <a:pt x="9043" y="442"/>
                      <a:pt x="8570" y="1"/>
                      <a:pt x="803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5" name="Google Shape;525;p24"/>
            <p:cNvSpPr txBox="1"/>
            <p:nvPr/>
          </p:nvSpPr>
          <p:spPr>
            <a:xfrm>
              <a:off x="447367" y="2530603"/>
              <a:ext cx="18921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 b="1" dirty="0">
                  <a:solidFill>
                    <a:schemeClr val="accent5"/>
                  </a:solidFill>
                  <a:latin typeface="Fira Sans"/>
                  <a:ea typeface="Fira Sans"/>
                  <a:cs typeface="Fira Sans"/>
                  <a:sym typeface="Fira Sans"/>
                </a:rPr>
                <a:t>A</a:t>
              </a:r>
              <a:endParaRPr sz="2500" b="1" dirty="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26" name="Google Shape;526;p24"/>
          <p:cNvGrpSpPr/>
          <p:nvPr/>
        </p:nvGrpSpPr>
        <p:grpSpPr>
          <a:xfrm>
            <a:off x="-34627" y="2815924"/>
            <a:ext cx="4609632" cy="1863682"/>
            <a:chOff x="-34627" y="2815924"/>
            <a:chExt cx="4609632" cy="1863682"/>
          </a:xfrm>
        </p:grpSpPr>
        <p:sp>
          <p:nvSpPr>
            <p:cNvPr id="527" name="Google Shape;527;p24"/>
            <p:cNvSpPr/>
            <p:nvPr/>
          </p:nvSpPr>
          <p:spPr>
            <a:xfrm>
              <a:off x="2693025" y="3706416"/>
              <a:ext cx="1013294" cy="973190"/>
            </a:xfrm>
            <a:custGeom>
              <a:avLst/>
              <a:gdLst/>
              <a:ahLst/>
              <a:cxnLst/>
              <a:rect l="l" t="t" r="r" b="b"/>
              <a:pathLst>
                <a:path w="15564" h="14948" extrusionOk="0">
                  <a:moveTo>
                    <a:pt x="6657" y="1"/>
                  </a:moveTo>
                  <a:lnTo>
                    <a:pt x="2463" y="4195"/>
                  </a:lnTo>
                  <a:cubicBezTo>
                    <a:pt x="1" y="6657"/>
                    <a:pt x="1" y="10639"/>
                    <a:pt x="2463" y="13101"/>
                  </a:cubicBezTo>
                  <a:cubicBezTo>
                    <a:pt x="3694" y="14332"/>
                    <a:pt x="5305" y="14948"/>
                    <a:pt x="6916" y="14948"/>
                  </a:cubicBezTo>
                  <a:cubicBezTo>
                    <a:pt x="8527" y="14948"/>
                    <a:pt x="10138" y="14332"/>
                    <a:pt x="11369" y="13101"/>
                  </a:cubicBezTo>
                  <a:lnTo>
                    <a:pt x="15563" y="8906"/>
                  </a:lnTo>
                  <a:lnTo>
                    <a:pt x="12706" y="6019"/>
                  </a:lnTo>
                  <a:lnTo>
                    <a:pt x="12706" y="2888"/>
                  </a:lnTo>
                  <a:lnTo>
                    <a:pt x="9545" y="2888"/>
                  </a:lnTo>
                  <a:lnTo>
                    <a:pt x="66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4"/>
            <p:cNvSpPr/>
            <p:nvPr/>
          </p:nvSpPr>
          <p:spPr>
            <a:xfrm>
              <a:off x="3532088" y="3755895"/>
              <a:ext cx="997409" cy="516543"/>
            </a:xfrm>
            <a:custGeom>
              <a:avLst/>
              <a:gdLst/>
              <a:ahLst/>
              <a:cxnLst/>
              <a:rect l="l" t="t" r="r" b="b"/>
              <a:pathLst>
                <a:path w="15320" h="7934" extrusionOk="0">
                  <a:moveTo>
                    <a:pt x="1216" y="0"/>
                  </a:moveTo>
                  <a:lnTo>
                    <a:pt x="0" y="1125"/>
                  </a:lnTo>
                  <a:cubicBezTo>
                    <a:pt x="1885" y="3131"/>
                    <a:pt x="4165" y="4803"/>
                    <a:pt x="6809" y="5988"/>
                  </a:cubicBezTo>
                  <a:cubicBezTo>
                    <a:pt x="9545" y="7235"/>
                    <a:pt x="12432" y="7842"/>
                    <a:pt x="15259" y="7934"/>
                  </a:cubicBezTo>
                  <a:lnTo>
                    <a:pt x="15320" y="6262"/>
                  </a:lnTo>
                  <a:cubicBezTo>
                    <a:pt x="12675" y="6201"/>
                    <a:pt x="10031" y="5624"/>
                    <a:pt x="7508" y="4469"/>
                  </a:cubicBezTo>
                  <a:cubicBezTo>
                    <a:pt x="5046" y="3374"/>
                    <a:pt x="2949" y="1824"/>
                    <a:pt x="1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4"/>
            <p:cNvSpPr/>
            <p:nvPr/>
          </p:nvSpPr>
          <p:spPr>
            <a:xfrm>
              <a:off x="3132348" y="2815924"/>
              <a:ext cx="478977" cy="1013294"/>
            </a:xfrm>
            <a:custGeom>
              <a:avLst/>
              <a:gdLst/>
              <a:ahLst/>
              <a:cxnLst/>
              <a:rect l="l" t="t" r="r" b="b"/>
              <a:pathLst>
                <a:path w="7357" h="15564" extrusionOk="0">
                  <a:moveTo>
                    <a:pt x="152" y="1"/>
                  </a:moveTo>
                  <a:lnTo>
                    <a:pt x="152" y="1"/>
                  </a:lnTo>
                  <a:cubicBezTo>
                    <a:pt x="0" y="5745"/>
                    <a:pt x="2189" y="11399"/>
                    <a:pt x="6140" y="15563"/>
                  </a:cubicBezTo>
                  <a:lnTo>
                    <a:pt x="7356" y="14438"/>
                  </a:lnTo>
                  <a:cubicBezTo>
                    <a:pt x="3678" y="10578"/>
                    <a:pt x="1672" y="5350"/>
                    <a:pt x="1794" y="31"/>
                  </a:cubicBezTo>
                  <a:lnTo>
                    <a:pt x="1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4"/>
            <p:cNvSpPr/>
            <p:nvPr/>
          </p:nvSpPr>
          <p:spPr>
            <a:xfrm>
              <a:off x="3444978" y="2837668"/>
              <a:ext cx="1130027" cy="1130027"/>
            </a:xfrm>
            <a:custGeom>
              <a:avLst/>
              <a:gdLst/>
              <a:ahLst/>
              <a:cxnLst/>
              <a:rect l="l" t="t" r="r" b="b"/>
              <a:pathLst>
                <a:path w="17357" h="17357" extrusionOk="0">
                  <a:moveTo>
                    <a:pt x="1" y="1"/>
                  </a:moveTo>
                  <a:cubicBezTo>
                    <a:pt x="1" y="4439"/>
                    <a:pt x="1703" y="8907"/>
                    <a:pt x="5107" y="12281"/>
                  </a:cubicBezTo>
                  <a:cubicBezTo>
                    <a:pt x="8481" y="15655"/>
                    <a:pt x="12919" y="17357"/>
                    <a:pt x="17357" y="17357"/>
                  </a:cubicBezTo>
                  <a:lnTo>
                    <a:pt x="173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4"/>
            <p:cNvSpPr txBox="1"/>
            <p:nvPr/>
          </p:nvSpPr>
          <p:spPr>
            <a:xfrm>
              <a:off x="2785388" y="3987425"/>
              <a:ext cx="746700" cy="52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bg1"/>
                  </a:solidFill>
                  <a:latin typeface="Fira Sans"/>
                  <a:ea typeface="Fira Sans"/>
                  <a:cs typeface="Fira Sans"/>
                  <a:sym typeface="Fira Sans"/>
                </a:rPr>
                <a:t>C</a:t>
              </a:r>
              <a:endParaRPr sz="3000" b="1" dirty="0">
                <a:solidFill>
                  <a:schemeClr val="bg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32" name="Google Shape;532;p24"/>
            <p:cNvSpPr txBox="1"/>
            <p:nvPr/>
          </p:nvSpPr>
          <p:spPr>
            <a:xfrm>
              <a:off x="-34627" y="4128250"/>
              <a:ext cx="3166975" cy="5165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49580">
                <a:lnSpc>
                  <a:spcPct val="107000"/>
                </a:lnSpc>
                <a:spcAft>
                  <a:spcPts val="800"/>
                </a:spcAft>
              </a:pPr>
              <a:r>
                <a:rPr lang="es-419" sz="11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5) Estrategia enfocada en aumentar la fidelidad de los clientes y la integración de los </a:t>
              </a:r>
              <a:r>
                <a:rPr lang="es-419" sz="1100" kern="100" dirty="0" err="1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stakholders</a:t>
              </a:r>
              <a:r>
                <a:rPr lang="es-419" sz="11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 para reducir la expansión de Aceros Arequipa y la entrada de empresas extranjeras.</a:t>
              </a:r>
            </a:p>
            <a:p>
              <a:pPr marL="449580">
                <a:lnSpc>
                  <a:spcPct val="107000"/>
                </a:lnSpc>
                <a:spcAft>
                  <a:spcPts val="800"/>
                </a:spcAft>
              </a:pPr>
              <a:r>
                <a:rPr lang="es-419" sz="11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6) Estrategia enfocada establecer precios estables para mitigar efectos del mercado.</a:t>
              </a:r>
            </a:p>
          </p:txBody>
        </p:sp>
        <p:sp>
          <p:nvSpPr>
            <p:cNvPr id="533" name="Google Shape;533;p24"/>
            <p:cNvSpPr txBox="1"/>
            <p:nvPr/>
          </p:nvSpPr>
          <p:spPr>
            <a:xfrm>
              <a:off x="404892" y="3295526"/>
              <a:ext cx="2639258" cy="2703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accent1"/>
                  </a:solidFill>
                  <a:latin typeface="Fira Sans"/>
                  <a:ea typeface="Fira Sans"/>
                  <a:cs typeface="Fira Sans"/>
                  <a:sym typeface="Fira Sans"/>
                </a:rPr>
                <a:t>Estrategia de Confrontación</a:t>
              </a:r>
              <a:endParaRPr b="1" dirty="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534" name="Google Shape;534;p24"/>
            <p:cNvGrpSpPr/>
            <p:nvPr/>
          </p:nvGrpSpPr>
          <p:grpSpPr>
            <a:xfrm>
              <a:off x="3885947" y="3091290"/>
              <a:ext cx="414349" cy="411079"/>
              <a:chOff x="2508825" y="2318350"/>
              <a:chExt cx="297750" cy="295400"/>
            </a:xfrm>
          </p:grpSpPr>
          <p:sp>
            <p:nvSpPr>
              <p:cNvPr id="535" name="Google Shape;535;p24"/>
              <p:cNvSpPr/>
              <p:nvPr/>
            </p:nvSpPr>
            <p:spPr>
              <a:xfrm>
                <a:off x="2508825" y="2318350"/>
                <a:ext cx="297750" cy="295400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1816" extrusionOk="0">
                    <a:moveTo>
                      <a:pt x="5892" y="694"/>
                    </a:moveTo>
                    <a:cubicBezTo>
                      <a:pt x="7625" y="694"/>
                      <a:pt x="9043" y="2112"/>
                      <a:pt x="9043" y="3845"/>
                    </a:cubicBezTo>
                    <a:cubicBezTo>
                      <a:pt x="9043" y="5483"/>
                      <a:pt x="7751" y="6838"/>
                      <a:pt x="6081" y="6932"/>
                    </a:cubicBezTo>
                    <a:cubicBezTo>
                      <a:pt x="6018" y="6932"/>
                      <a:pt x="5987" y="6901"/>
                      <a:pt x="5924" y="6869"/>
                    </a:cubicBezTo>
                    <a:lnTo>
                      <a:pt x="5766" y="6711"/>
                    </a:lnTo>
                    <a:cubicBezTo>
                      <a:pt x="5297" y="6298"/>
                      <a:pt x="4683" y="6101"/>
                      <a:pt x="4072" y="6101"/>
                    </a:cubicBezTo>
                    <a:cubicBezTo>
                      <a:pt x="3985" y="6101"/>
                      <a:pt x="3899" y="6105"/>
                      <a:pt x="3813" y="6113"/>
                    </a:cubicBezTo>
                    <a:cubicBezTo>
                      <a:pt x="3151" y="5577"/>
                      <a:pt x="2773" y="4727"/>
                      <a:pt x="2773" y="3845"/>
                    </a:cubicBezTo>
                    <a:cubicBezTo>
                      <a:pt x="2773" y="2112"/>
                      <a:pt x="4191" y="694"/>
                      <a:pt x="5892" y="694"/>
                    </a:cubicBezTo>
                    <a:close/>
                    <a:moveTo>
                      <a:pt x="4171" y="6822"/>
                    </a:moveTo>
                    <a:cubicBezTo>
                      <a:pt x="4577" y="6822"/>
                      <a:pt x="4979" y="6964"/>
                      <a:pt x="5294" y="7247"/>
                    </a:cubicBezTo>
                    <a:cubicBezTo>
                      <a:pt x="5420" y="7373"/>
                      <a:pt x="5735" y="7657"/>
                      <a:pt x="5892" y="7657"/>
                    </a:cubicBezTo>
                    <a:lnTo>
                      <a:pt x="7972" y="7657"/>
                    </a:lnTo>
                    <a:cubicBezTo>
                      <a:pt x="8192" y="7657"/>
                      <a:pt x="8350" y="7814"/>
                      <a:pt x="8350" y="8003"/>
                    </a:cubicBezTo>
                    <a:cubicBezTo>
                      <a:pt x="8350" y="8192"/>
                      <a:pt x="8192" y="8350"/>
                      <a:pt x="7972" y="8350"/>
                    </a:cubicBezTo>
                    <a:lnTo>
                      <a:pt x="5514" y="8350"/>
                    </a:lnTo>
                    <a:cubicBezTo>
                      <a:pt x="5294" y="8350"/>
                      <a:pt x="5136" y="8507"/>
                      <a:pt x="5136" y="8728"/>
                    </a:cubicBezTo>
                    <a:cubicBezTo>
                      <a:pt x="5136" y="8917"/>
                      <a:pt x="5294" y="9074"/>
                      <a:pt x="5514" y="9074"/>
                    </a:cubicBezTo>
                    <a:lnTo>
                      <a:pt x="8224" y="9074"/>
                    </a:lnTo>
                    <a:cubicBezTo>
                      <a:pt x="8507" y="9074"/>
                      <a:pt x="8759" y="8948"/>
                      <a:pt x="8980" y="8759"/>
                    </a:cubicBezTo>
                    <a:lnTo>
                      <a:pt x="10492" y="7090"/>
                    </a:lnTo>
                    <a:cubicBezTo>
                      <a:pt x="10568" y="7033"/>
                      <a:pt x="10666" y="6987"/>
                      <a:pt x="10766" y="6987"/>
                    </a:cubicBezTo>
                    <a:cubicBezTo>
                      <a:pt x="10833" y="6987"/>
                      <a:pt x="10902" y="7008"/>
                      <a:pt x="10965" y="7058"/>
                    </a:cubicBezTo>
                    <a:cubicBezTo>
                      <a:pt x="11122" y="7184"/>
                      <a:pt x="11185" y="7373"/>
                      <a:pt x="11059" y="7531"/>
                    </a:cubicBezTo>
                    <a:lnTo>
                      <a:pt x="9389" y="9767"/>
                    </a:lnTo>
                    <a:cubicBezTo>
                      <a:pt x="9074" y="10209"/>
                      <a:pt x="8570" y="10492"/>
                      <a:pt x="8035" y="10492"/>
                    </a:cubicBezTo>
                    <a:lnTo>
                      <a:pt x="2773" y="10492"/>
                    </a:lnTo>
                    <a:lnTo>
                      <a:pt x="2773" y="7468"/>
                    </a:lnTo>
                    <a:lnTo>
                      <a:pt x="3025" y="7247"/>
                    </a:lnTo>
                    <a:cubicBezTo>
                      <a:pt x="3356" y="6964"/>
                      <a:pt x="3766" y="6822"/>
                      <a:pt x="4171" y="6822"/>
                    </a:cubicBezTo>
                    <a:close/>
                    <a:moveTo>
                      <a:pt x="1734" y="6932"/>
                    </a:moveTo>
                    <a:cubicBezTo>
                      <a:pt x="1923" y="6932"/>
                      <a:pt x="2080" y="7090"/>
                      <a:pt x="2080" y="7310"/>
                    </a:cubicBezTo>
                    <a:lnTo>
                      <a:pt x="2080" y="10807"/>
                    </a:lnTo>
                    <a:cubicBezTo>
                      <a:pt x="2080" y="10996"/>
                      <a:pt x="1923" y="11154"/>
                      <a:pt x="1734" y="11154"/>
                    </a:cubicBezTo>
                    <a:lnTo>
                      <a:pt x="662" y="11154"/>
                    </a:lnTo>
                    <a:lnTo>
                      <a:pt x="662" y="6932"/>
                    </a:lnTo>
                    <a:close/>
                    <a:moveTo>
                      <a:pt x="5924" y="1"/>
                    </a:moveTo>
                    <a:cubicBezTo>
                      <a:pt x="3844" y="1"/>
                      <a:pt x="2112" y="1734"/>
                      <a:pt x="2112" y="3845"/>
                    </a:cubicBezTo>
                    <a:cubicBezTo>
                      <a:pt x="2112" y="4790"/>
                      <a:pt x="2458" y="5672"/>
                      <a:pt x="3088" y="6396"/>
                    </a:cubicBezTo>
                    <a:cubicBezTo>
                      <a:pt x="2931" y="6459"/>
                      <a:pt x="2773" y="6585"/>
                      <a:pt x="2616" y="6711"/>
                    </a:cubicBezTo>
                    <a:cubicBezTo>
                      <a:pt x="2427" y="6428"/>
                      <a:pt x="2112" y="6270"/>
                      <a:pt x="1765" y="6270"/>
                    </a:cubicBezTo>
                    <a:lnTo>
                      <a:pt x="347" y="6270"/>
                    </a:lnTo>
                    <a:cubicBezTo>
                      <a:pt x="158" y="6270"/>
                      <a:pt x="1" y="6428"/>
                      <a:pt x="1" y="6585"/>
                    </a:cubicBezTo>
                    <a:lnTo>
                      <a:pt x="1" y="11469"/>
                    </a:lnTo>
                    <a:cubicBezTo>
                      <a:pt x="1" y="11658"/>
                      <a:pt x="158" y="11815"/>
                      <a:pt x="347" y="11815"/>
                    </a:cubicBezTo>
                    <a:lnTo>
                      <a:pt x="1765" y="11815"/>
                    </a:lnTo>
                    <a:cubicBezTo>
                      <a:pt x="2238" y="11815"/>
                      <a:pt x="2584" y="11563"/>
                      <a:pt x="2742" y="11122"/>
                    </a:cubicBezTo>
                    <a:lnTo>
                      <a:pt x="8035" y="11122"/>
                    </a:lnTo>
                    <a:cubicBezTo>
                      <a:pt x="8759" y="11122"/>
                      <a:pt x="9515" y="10776"/>
                      <a:pt x="9956" y="10146"/>
                    </a:cubicBezTo>
                    <a:lnTo>
                      <a:pt x="11595" y="7877"/>
                    </a:lnTo>
                    <a:cubicBezTo>
                      <a:pt x="11910" y="7468"/>
                      <a:pt x="11878" y="6838"/>
                      <a:pt x="11437" y="6459"/>
                    </a:cubicBezTo>
                    <a:cubicBezTo>
                      <a:pt x="11249" y="6301"/>
                      <a:pt x="11015" y="6221"/>
                      <a:pt x="10780" y="6221"/>
                    </a:cubicBezTo>
                    <a:cubicBezTo>
                      <a:pt x="10503" y="6221"/>
                      <a:pt x="10224" y="6332"/>
                      <a:pt x="10019" y="6554"/>
                    </a:cubicBezTo>
                    <a:lnTo>
                      <a:pt x="9011" y="7657"/>
                    </a:lnTo>
                    <a:cubicBezTo>
                      <a:pt x="8885" y="7247"/>
                      <a:pt x="8539" y="6932"/>
                      <a:pt x="8098" y="6932"/>
                    </a:cubicBezTo>
                    <a:cubicBezTo>
                      <a:pt x="8287" y="6838"/>
                      <a:pt x="8444" y="6680"/>
                      <a:pt x="8602" y="6522"/>
                    </a:cubicBezTo>
                    <a:cubicBezTo>
                      <a:pt x="9358" y="5798"/>
                      <a:pt x="9767" y="4821"/>
                      <a:pt x="9767" y="3845"/>
                    </a:cubicBezTo>
                    <a:cubicBezTo>
                      <a:pt x="9767" y="1734"/>
                      <a:pt x="8035" y="1"/>
                      <a:pt x="5924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4"/>
              <p:cNvSpPr/>
              <p:nvPr/>
            </p:nvSpPr>
            <p:spPr>
              <a:xfrm>
                <a:off x="2629350" y="2353025"/>
                <a:ext cx="54350" cy="121300"/>
              </a:xfrm>
              <a:custGeom>
                <a:avLst/>
                <a:gdLst/>
                <a:ahLst/>
                <a:cxnLst/>
                <a:rect l="l" t="t" r="r" b="b"/>
                <a:pathLst>
                  <a:path w="2174" h="4852" extrusionOk="0">
                    <a:moveTo>
                      <a:pt x="1071" y="0"/>
                    </a:moveTo>
                    <a:cubicBezTo>
                      <a:pt x="882" y="0"/>
                      <a:pt x="725" y="158"/>
                      <a:pt x="725" y="347"/>
                    </a:cubicBezTo>
                    <a:lnTo>
                      <a:pt x="725" y="756"/>
                    </a:lnTo>
                    <a:cubicBezTo>
                      <a:pt x="315" y="914"/>
                      <a:pt x="63" y="1292"/>
                      <a:pt x="63" y="1733"/>
                    </a:cubicBezTo>
                    <a:cubicBezTo>
                      <a:pt x="0" y="2332"/>
                      <a:pt x="473" y="2804"/>
                      <a:pt x="1071" y="2804"/>
                    </a:cubicBezTo>
                    <a:cubicBezTo>
                      <a:pt x="1260" y="2804"/>
                      <a:pt x="1418" y="2962"/>
                      <a:pt x="1418" y="3151"/>
                    </a:cubicBezTo>
                    <a:cubicBezTo>
                      <a:pt x="1418" y="3308"/>
                      <a:pt x="1355" y="3434"/>
                      <a:pt x="1229" y="3466"/>
                    </a:cubicBezTo>
                    <a:cubicBezTo>
                      <a:pt x="1185" y="3492"/>
                      <a:pt x="1140" y="3503"/>
                      <a:pt x="1093" y="3503"/>
                    </a:cubicBezTo>
                    <a:cubicBezTo>
                      <a:pt x="970" y="3503"/>
                      <a:pt x="839" y="3422"/>
                      <a:pt x="725" y="3308"/>
                    </a:cubicBezTo>
                    <a:cubicBezTo>
                      <a:pt x="662" y="3245"/>
                      <a:pt x="575" y="3214"/>
                      <a:pt x="488" y="3214"/>
                    </a:cubicBezTo>
                    <a:cubicBezTo>
                      <a:pt x="402" y="3214"/>
                      <a:pt x="315" y="3245"/>
                      <a:pt x="252" y="3308"/>
                    </a:cubicBezTo>
                    <a:cubicBezTo>
                      <a:pt x="126" y="3434"/>
                      <a:pt x="126" y="3655"/>
                      <a:pt x="252" y="3781"/>
                    </a:cubicBezTo>
                    <a:cubicBezTo>
                      <a:pt x="410" y="3938"/>
                      <a:pt x="567" y="4064"/>
                      <a:pt x="756" y="4096"/>
                    </a:cubicBezTo>
                    <a:lnTo>
                      <a:pt x="756" y="4505"/>
                    </a:lnTo>
                    <a:cubicBezTo>
                      <a:pt x="756" y="4694"/>
                      <a:pt x="914" y="4852"/>
                      <a:pt x="1103" y="4852"/>
                    </a:cubicBezTo>
                    <a:cubicBezTo>
                      <a:pt x="1323" y="4852"/>
                      <a:pt x="1481" y="4694"/>
                      <a:pt x="1481" y="4505"/>
                    </a:cubicBezTo>
                    <a:lnTo>
                      <a:pt x="1481" y="4096"/>
                    </a:lnTo>
                    <a:cubicBezTo>
                      <a:pt x="1481" y="4096"/>
                      <a:pt x="1512" y="4096"/>
                      <a:pt x="1512" y="4064"/>
                    </a:cubicBezTo>
                    <a:cubicBezTo>
                      <a:pt x="1890" y="3907"/>
                      <a:pt x="2142" y="3497"/>
                      <a:pt x="2142" y="3119"/>
                    </a:cubicBezTo>
                    <a:cubicBezTo>
                      <a:pt x="2142" y="2521"/>
                      <a:pt x="1670" y="2079"/>
                      <a:pt x="1103" y="2079"/>
                    </a:cubicBezTo>
                    <a:cubicBezTo>
                      <a:pt x="914" y="2079"/>
                      <a:pt x="756" y="1922"/>
                      <a:pt x="756" y="1733"/>
                    </a:cubicBezTo>
                    <a:cubicBezTo>
                      <a:pt x="756" y="1575"/>
                      <a:pt x="851" y="1449"/>
                      <a:pt x="1008" y="1418"/>
                    </a:cubicBezTo>
                    <a:cubicBezTo>
                      <a:pt x="1047" y="1405"/>
                      <a:pt x="1085" y="1399"/>
                      <a:pt x="1124" y="1399"/>
                    </a:cubicBezTo>
                    <a:cubicBezTo>
                      <a:pt x="1273" y="1399"/>
                      <a:pt x="1418" y="1494"/>
                      <a:pt x="1544" y="1670"/>
                    </a:cubicBezTo>
                    <a:cubicBezTo>
                      <a:pt x="1610" y="1753"/>
                      <a:pt x="1703" y="1792"/>
                      <a:pt x="1795" y="1792"/>
                    </a:cubicBezTo>
                    <a:cubicBezTo>
                      <a:pt x="1876" y="1792"/>
                      <a:pt x="1957" y="1761"/>
                      <a:pt x="2016" y="1701"/>
                    </a:cubicBezTo>
                    <a:cubicBezTo>
                      <a:pt x="2174" y="1575"/>
                      <a:pt x="2174" y="1323"/>
                      <a:pt x="2048" y="1229"/>
                    </a:cubicBezTo>
                    <a:cubicBezTo>
                      <a:pt x="1859" y="977"/>
                      <a:pt x="1670" y="819"/>
                      <a:pt x="1418" y="756"/>
                    </a:cubicBezTo>
                    <a:lnTo>
                      <a:pt x="1418" y="347"/>
                    </a:lnTo>
                    <a:cubicBezTo>
                      <a:pt x="1418" y="158"/>
                      <a:pt x="1260" y="0"/>
                      <a:pt x="107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7" name="Google Shape;537;p24"/>
            <p:cNvSpPr txBox="1"/>
            <p:nvPr/>
          </p:nvSpPr>
          <p:spPr>
            <a:xfrm>
              <a:off x="440449" y="2940514"/>
              <a:ext cx="18921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 b="1" dirty="0">
                  <a:solidFill>
                    <a:schemeClr val="accent1"/>
                  </a:solidFill>
                  <a:latin typeface="Fira Sans"/>
                  <a:ea typeface="Fira Sans"/>
                  <a:cs typeface="Fira Sans"/>
                  <a:sym typeface="Fira Sans"/>
                </a:rPr>
                <a:t>D</a:t>
              </a:r>
              <a:endParaRPr sz="2500" b="1" dirty="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38" name="Google Shape;538;p24"/>
          <p:cNvGrpSpPr/>
          <p:nvPr/>
        </p:nvGrpSpPr>
        <p:grpSpPr>
          <a:xfrm>
            <a:off x="4574925" y="1001800"/>
            <a:ext cx="4436353" cy="1885428"/>
            <a:chOff x="4574925" y="1001800"/>
            <a:chExt cx="4436353" cy="1885428"/>
          </a:xfrm>
        </p:grpSpPr>
        <p:sp>
          <p:nvSpPr>
            <p:cNvPr id="539" name="Google Shape;539;p24"/>
            <p:cNvSpPr/>
            <p:nvPr/>
          </p:nvSpPr>
          <p:spPr>
            <a:xfrm>
              <a:off x="5437751" y="1001800"/>
              <a:ext cx="1013229" cy="973190"/>
            </a:xfrm>
            <a:custGeom>
              <a:avLst/>
              <a:gdLst/>
              <a:ahLst/>
              <a:cxnLst/>
              <a:rect l="l" t="t" r="r" b="b"/>
              <a:pathLst>
                <a:path w="15563" h="14948" extrusionOk="0">
                  <a:moveTo>
                    <a:pt x="8663" y="0"/>
                  </a:moveTo>
                  <a:cubicBezTo>
                    <a:pt x="7052" y="0"/>
                    <a:pt x="5441" y="616"/>
                    <a:pt x="4225" y="1847"/>
                  </a:cubicBezTo>
                  <a:lnTo>
                    <a:pt x="0" y="6041"/>
                  </a:lnTo>
                  <a:lnTo>
                    <a:pt x="2888" y="8929"/>
                  </a:lnTo>
                  <a:lnTo>
                    <a:pt x="2888" y="12060"/>
                  </a:lnTo>
                  <a:lnTo>
                    <a:pt x="6049" y="12060"/>
                  </a:lnTo>
                  <a:lnTo>
                    <a:pt x="8906" y="14947"/>
                  </a:lnTo>
                  <a:lnTo>
                    <a:pt x="13101" y="10753"/>
                  </a:lnTo>
                  <a:cubicBezTo>
                    <a:pt x="15563" y="8291"/>
                    <a:pt x="15563" y="4309"/>
                    <a:pt x="13101" y="1847"/>
                  </a:cubicBezTo>
                  <a:cubicBezTo>
                    <a:pt x="11885" y="616"/>
                    <a:pt x="10274" y="0"/>
                    <a:pt x="86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4594717" y="1430705"/>
              <a:ext cx="997474" cy="516543"/>
            </a:xfrm>
            <a:custGeom>
              <a:avLst/>
              <a:gdLst/>
              <a:ahLst/>
              <a:cxnLst/>
              <a:rect l="l" t="t" r="r" b="b"/>
              <a:pathLst>
                <a:path w="15321" h="7934" extrusionOk="0">
                  <a:moveTo>
                    <a:pt x="62" y="1"/>
                  </a:moveTo>
                  <a:lnTo>
                    <a:pt x="1" y="1672"/>
                  </a:lnTo>
                  <a:cubicBezTo>
                    <a:pt x="2645" y="1733"/>
                    <a:pt x="5290" y="2311"/>
                    <a:pt x="7813" y="3466"/>
                  </a:cubicBezTo>
                  <a:cubicBezTo>
                    <a:pt x="10275" y="4560"/>
                    <a:pt x="12372" y="6110"/>
                    <a:pt x="14104" y="7934"/>
                  </a:cubicBezTo>
                  <a:lnTo>
                    <a:pt x="15320" y="6809"/>
                  </a:lnTo>
                  <a:cubicBezTo>
                    <a:pt x="13436" y="4803"/>
                    <a:pt x="11156" y="3162"/>
                    <a:pt x="8512" y="1946"/>
                  </a:cubicBezTo>
                  <a:cubicBezTo>
                    <a:pt x="5746" y="700"/>
                    <a:pt x="2888" y="92"/>
                    <a:pt x="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4"/>
            <p:cNvSpPr/>
            <p:nvPr/>
          </p:nvSpPr>
          <p:spPr>
            <a:xfrm>
              <a:off x="5512946" y="1873999"/>
              <a:ext cx="478977" cy="1013229"/>
            </a:xfrm>
            <a:custGeom>
              <a:avLst/>
              <a:gdLst/>
              <a:ahLst/>
              <a:cxnLst/>
              <a:rect l="l" t="t" r="r" b="b"/>
              <a:pathLst>
                <a:path w="7357" h="15563" extrusionOk="0">
                  <a:moveTo>
                    <a:pt x="1216" y="0"/>
                  </a:moveTo>
                  <a:lnTo>
                    <a:pt x="0" y="1125"/>
                  </a:lnTo>
                  <a:cubicBezTo>
                    <a:pt x="3678" y="4985"/>
                    <a:pt x="5684" y="10213"/>
                    <a:pt x="5563" y="15532"/>
                  </a:cubicBezTo>
                  <a:lnTo>
                    <a:pt x="7204" y="15563"/>
                  </a:lnTo>
                  <a:cubicBezTo>
                    <a:pt x="7356" y="9818"/>
                    <a:pt x="5168" y="4164"/>
                    <a:pt x="12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4"/>
            <p:cNvSpPr/>
            <p:nvPr/>
          </p:nvSpPr>
          <p:spPr>
            <a:xfrm>
              <a:off x="4574925" y="1709741"/>
              <a:ext cx="1130027" cy="1128009"/>
            </a:xfrm>
            <a:custGeom>
              <a:avLst/>
              <a:gdLst/>
              <a:ahLst/>
              <a:cxnLst/>
              <a:rect l="l" t="t" r="r" b="b"/>
              <a:pathLst>
                <a:path w="17357" h="17326" extrusionOk="0">
                  <a:moveTo>
                    <a:pt x="1" y="0"/>
                  </a:moveTo>
                  <a:lnTo>
                    <a:pt x="1" y="17326"/>
                  </a:lnTo>
                  <a:lnTo>
                    <a:pt x="17357" y="17326"/>
                  </a:lnTo>
                  <a:cubicBezTo>
                    <a:pt x="17357" y="12888"/>
                    <a:pt x="15655" y="8450"/>
                    <a:pt x="12281" y="5076"/>
                  </a:cubicBezTo>
                  <a:cubicBezTo>
                    <a:pt x="8876" y="1672"/>
                    <a:pt x="4439" y="0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4"/>
            <p:cNvSpPr txBox="1"/>
            <p:nvPr/>
          </p:nvSpPr>
          <p:spPr>
            <a:xfrm>
              <a:off x="5629958" y="1138188"/>
              <a:ext cx="743100" cy="52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bg1"/>
                  </a:solidFill>
                  <a:latin typeface="Fira Sans"/>
                  <a:ea typeface="Fira Sans"/>
                  <a:cs typeface="Fira Sans"/>
                  <a:sym typeface="Fira Sans"/>
                </a:rPr>
                <a:t>B</a:t>
              </a:r>
              <a:endParaRPr sz="3000" b="1" dirty="0">
                <a:solidFill>
                  <a:schemeClr val="bg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44" name="Google Shape;544;p24"/>
            <p:cNvSpPr txBox="1"/>
            <p:nvPr/>
          </p:nvSpPr>
          <p:spPr>
            <a:xfrm>
              <a:off x="6623043" y="1166118"/>
              <a:ext cx="2388235" cy="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indent="449580">
                <a:lnSpc>
                  <a:spcPct val="107000"/>
                </a:lnSpc>
                <a:spcAft>
                  <a:spcPts val="800"/>
                </a:spcAft>
              </a:pPr>
              <a:r>
                <a:rPr lang="es-419" sz="11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3) Estrategias centradas en incrementar la participación en el mercado externo.</a:t>
              </a:r>
            </a:p>
            <a:p>
              <a:r>
                <a:rPr lang="es-419" sz="1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rPr>
                <a:t>4) Estrategia centrada búsqueda de nuevas fuentes de bienes de consumo</a:t>
              </a:r>
              <a:endParaRPr lang="en-US" sz="11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45" name="Google Shape;545;p24"/>
            <p:cNvSpPr txBox="1"/>
            <p:nvPr/>
          </p:nvSpPr>
          <p:spPr>
            <a:xfrm>
              <a:off x="6168242" y="2236937"/>
              <a:ext cx="2653722" cy="18347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Estrategia de Refuerzo</a:t>
              </a:r>
              <a:endParaRPr b="1" dirty="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546" name="Google Shape;546;p24"/>
            <p:cNvGrpSpPr/>
            <p:nvPr/>
          </p:nvGrpSpPr>
          <p:grpSpPr>
            <a:xfrm>
              <a:off x="4857631" y="2187477"/>
              <a:ext cx="372670" cy="409965"/>
              <a:chOff x="1790525" y="2319150"/>
              <a:chExt cx="267800" cy="294600"/>
            </a:xfrm>
          </p:grpSpPr>
          <p:sp>
            <p:nvSpPr>
              <p:cNvPr id="547" name="Google Shape;547;p24"/>
              <p:cNvSpPr/>
              <p:nvPr/>
            </p:nvSpPr>
            <p:spPr>
              <a:xfrm>
                <a:off x="1881100" y="2423125"/>
                <a:ext cx="88225" cy="155175"/>
              </a:xfrm>
              <a:custGeom>
                <a:avLst/>
                <a:gdLst/>
                <a:ahLst/>
                <a:cxnLst/>
                <a:rect l="l" t="t" r="r" b="b"/>
                <a:pathLst>
                  <a:path w="3529" h="6207" extrusionOk="0">
                    <a:moveTo>
                      <a:pt x="1418" y="1323"/>
                    </a:moveTo>
                    <a:lnTo>
                      <a:pt x="1418" y="2741"/>
                    </a:lnTo>
                    <a:lnTo>
                      <a:pt x="1072" y="2741"/>
                    </a:lnTo>
                    <a:cubicBezTo>
                      <a:pt x="882" y="2741"/>
                      <a:pt x="725" y="2583"/>
                      <a:pt x="725" y="2394"/>
                    </a:cubicBezTo>
                    <a:lnTo>
                      <a:pt x="725" y="1701"/>
                    </a:lnTo>
                    <a:cubicBezTo>
                      <a:pt x="725" y="1481"/>
                      <a:pt x="882" y="1323"/>
                      <a:pt x="1072" y="1323"/>
                    </a:cubicBezTo>
                    <a:close/>
                    <a:moveTo>
                      <a:pt x="2458" y="3466"/>
                    </a:moveTo>
                    <a:cubicBezTo>
                      <a:pt x="2647" y="3466"/>
                      <a:pt x="2804" y="3623"/>
                      <a:pt x="2804" y="3812"/>
                    </a:cubicBezTo>
                    <a:lnTo>
                      <a:pt x="2804" y="4537"/>
                    </a:lnTo>
                    <a:cubicBezTo>
                      <a:pt x="2804" y="4726"/>
                      <a:pt x="2647" y="4883"/>
                      <a:pt x="2458" y="4883"/>
                    </a:cubicBezTo>
                    <a:lnTo>
                      <a:pt x="2111" y="4883"/>
                    </a:lnTo>
                    <a:lnTo>
                      <a:pt x="2111" y="3466"/>
                    </a:lnTo>
                    <a:close/>
                    <a:moveTo>
                      <a:pt x="1796" y="0"/>
                    </a:moveTo>
                    <a:cubicBezTo>
                      <a:pt x="1576" y="0"/>
                      <a:pt x="1418" y="158"/>
                      <a:pt x="1418" y="347"/>
                    </a:cubicBezTo>
                    <a:lnTo>
                      <a:pt x="1418" y="693"/>
                    </a:lnTo>
                    <a:lnTo>
                      <a:pt x="1072" y="693"/>
                    </a:lnTo>
                    <a:cubicBezTo>
                      <a:pt x="473" y="693"/>
                      <a:pt x="63" y="1166"/>
                      <a:pt x="63" y="1733"/>
                    </a:cubicBezTo>
                    <a:lnTo>
                      <a:pt x="63" y="2426"/>
                    </a:lnTo>
                    <a:cubicBezTo>
                      <a:pt x="63" y="3025"/>
                      <a:pt x="536" y="3466"/>
                      <a:pt x="1072" y="3466"/>
                    </a:cubicBezTo>
                    <a:lnTo>
                      <a:pt x="1418" y="3466"/>
                    </a:lnTo>
                    <a:lnTo>
                      <a:pt x="1418" y="4852"/>
                    </a:lnTo>
                    <a:lnTo>
                      <a:pt x="1072" y="4852"/>
                    </a:lnTo>
                    <a:cubicBezTo>
                      <a:pt x="882" y="4852"/>
                      <a:pt x="725" y="4694"/>
                      <a:pt x="725" y="4474"/>
                    </a:cubicBezTo>
                    <a:cubicBezTo>
                      <a:pt x="725" y="4285"/>
                      <a:pt x="567" y="4127"/>
                      <a:pt x="378" y="4127"/>
                    </a:cubicBezTo>
                    <a:cubicBezTo>
                      <a:pt x="158" y="4127"/>
                      <a:pt x="0" y="4285"/>
                      <a:pt x="0" y="4474"/>
                    </a:cubicBezTo>
                    <a:cubicBezTo>
                      <a:pt x="0" y="5072"/>
                      <a:pt x="473" y="5513"/>
                      <a:pt x="1040" y="5513"/>
                    </a:cubicBezTo>
                    <a:lnTo>
                      <a:pt x="1387" y="5513"/>
                    </a:lnTo>
                    <a:lnTo>
                      <a:pt x="1387" y="5860"/>
                    </a:lnTo>
                    <a:cubicBezTo>
                      <a:pt x="1387" y="6049"/>
                      <a:pt x="1544" y="6207"/>
                      <a:pt x="1733" y="6207"/>
                    </a:cubicBezTo>
                    <a:cubicBezTo>
                      <a:pt x="1954" y="6207"/>
                      <a:pt x="2111" y="6049"/>
                      <a:pt x="2111" y="5860"/>
                    </a:cubicBezTo>
                    <a:lnTo>
                      <a:pt x="2111" y="5545"/>
                    </a:lnTo>
                    <a:lnTo>
                      <a:pt x="2458" y="5545"/>
                    </a:lnTo>
                    <a:cubicBezTo>
                      <a:pt x="3056" y="5545"/>
                      <a:pt x="3466" y="5072"/>
                      <a:pt x="3466" y="4537"/>
                    </a:cubicBezTo>
                    <a:lnTo>
                      <a:pt x="3466" y="3812"/>
                    </a:lnTo>
                    <a:cubicBezTo>
                      <a:pt x="3466" y="3214"/>
                      <a:pt x="2993" y="2804"/>
                      <a:pt x="2458" y="2804"/>
                    </a:cubicBezTo>
                    <a:lnTo>
                      <a:pt x="2111" y="2804"/>
                    </a:lnTo>
                    <a:lnTo>
                      <a:pt x="2111" y="1386"/>
                    </a:lnTo>
                    <a:lnTo>
                      <a:pt x="2458" y="1386"/>
                    </a:lnTo>
                    <a:cubicBezTo>
                      <a:pt x="2647" y="1386"/>
                      <a:pt x="2804" y="1544"/>
                      <a:pt x="2804" y="1733"/>
                    </a:cubicBezTo>
                    <a:cubicBezTo>
                      <a:pt x="2804" y="1922"/>
                      <a:pt x="2962" y="2079"/>
                      <a:pt x="3151" y="2079"/>
                    </a:cubicBezTo>
                    <a:cubicBezTo>
                      <a:pt x="3371" y="2079"/>
                      <a:pt x="3529" y="1922"/>
                      <a:pt x="3529" y="1733"/>
                    </a:cubicBezTo>
                    <a:cubicBezTo>
                      <a:pt x="3529" y="1134"/>
                      <a:pt x="3056" y="693"/>
                      <a:pt x="2489" y="693"/>
                    </a:cubicBezTo>
                    <a:lnTo>
                      <a:pt x="2143" y="693"/>
                    </a:lnTo>
                    <a:lnTo>
                      <a:pt x="2143" y="347"/>
                    </a:lnTo>
                    <a:cubicBezTo>
                      <a:pt x="2143" y="158"/>
                      <a:pt x="1985" y="0"/>
                      <a:pt x="17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24"/>
              <p:cNvSpPr/>
              <p:nvPr/>
            </p:nvSpPr>
            <p:spPr>
              <a:xfrm>
                <a:off x="1790525" y="2319150"/>
                <a:ext cx="267800" cy="294600"/>
              </a:xfrm>
              <a:custGeom>
                <a:avLst/>
                <a:gdLst/>
                <a:ahLst/>
                <a:cxnLst/>
                <a:rect l="l" t="t" r="r" b="b"/>
                <a:pathLst>
                  <a:path w="10712" h="11784" extrusionOk="0">
                    <a:moveTo>
                      <a:pt x="6427" y="662"/>
                    </a:moveTo>
                    <a:cubicBezTo>
                      <a:pt x="6837" y="662"/>
                      <a:pt x="7152" y="977"/>
                      <a:pt x="7152" y="1355"/>
                    </a:cubicBezTo>
                    <a:cubicBezTo>
                      <a:pt x="7152" y="1765"/>
                      <a:pt x="6837" y="2080"/>
                      <a:pt x="6427" y="2080"/>
                    </a:cubicBezTo>
                    <a:lnTo>
                      <a:pt x="6427" y="1702"/>
                    </a:lnTo>
                    <a:cubicBezTo>
                      <a:pt x="6427" y="1513"/>
                      <a:pt x="6270" y="1355"/>
                      <a:pt x="6081" y="1355"/>
                    </a:cubicBezTo>
                    <a:lnTo>
                      <a:pt x="4695" y="1355"/>
                    </a:lnTo>
                    <a:cubicBezTo>
                      <a:pt x="4505" y="1355"/>
                      <a:pt x="4348" y="1513"/>
                      <a:pt x="4348" y="1702"/>
                    </a:cubicBezTo>
                    <a:lnTo>
                      <a:pt x="4348" y="2080"/>
                    </a:lnTo>
                    <a:cubicBezTo>
                      <a:pt x="3938" y="2017"/>
                      <a:pt x="3623" y="1765"/>
                      <a:pt x="3623" y="1355"/>
                    </a:cubicBezTo>
                    <a:cubicBezTo>
                      <a:pt x="3623" y="977"/>
                      <a:pt x="3938" y="662"/>
                      <a:pt x="4348" y="662"/>
                    </a:cubicBezTo>
                    <a:close/>
                    <a:moveTo>
                      <a:pt x="5734" y="2017"/>
                    </a:moveTo>
                    <a:lnTo>
                      <a:pt x="5734" y="2741"/>
                    </a:lnTo>
                    <a:lnTo>
                      <a:pt x="5010" y="2741"/>
                    </a:lnTo>
                    <a:lnTo>
                      <a:pt x="5010" y="2017"/>
                    </a:lnTo>
                    <a:close/>
                    <a:moveTo>
                      <a:pt x="1418" y="1985"/>
                    </a:moveTo>
                    <a:lnTo>
                      <a:pt x="1859" y="2489"/>
                    </a:lnTo>
                    <a:lnTo>
                      <a:pt x="1355" y="2930"/>
                    </a:lnTo>
                    <a:lnTo>
                      <a:pt x="914" y="2426"/>
                    </a:lnTo>
                    <a:lnTo>
                      <a:pt x="1418" y="1985"/>
                    </a:lnTo>
                    <a:close/>
                    <a:moveTo>
                      <a:pt x="9357" y="1985"/>
                    </a:moveTo>
                    <a:lnTo>
                      <a:pt x="9861" y="2426"/>
                    </a:lnTo>
                    <a:lnTo>
                      <a:pt x="9420" y="2930"/>
                    </a:lnTo>
                    <a:lnTo>
                      <a:pt x="8916" y="2489"/>
                    </a:lnTo>
                    <a:lnTo>
                      <a:pt x="9357" y="1985"/>
                    </a:lnTo>
                    <a:close/>
                    <a:moveTo>
                      <a:pt x="5356" y="3434"/>
                    </a:moveTo>
                    <a:cubicBezTo>
                      <a:pt x="7467" y="3434"/>
                      <a:pt x="9200" y="5167"/>
                      <a:pt x="9200" y="7278"/>
                    </a:cubicBezTo>
                    <a:cubicBezTo>
                      <a:pt x="9200" y="9389"/>
                      <a:pt x="7498" y="11090"/>
                      <a:pt x="5356" y="11090"/>
                    </a:cubicBezTo>
                    <a:cubicBezTo>
                      <a:pt x="3277" y="11090"/>
                      <a:pt x="1544" y="9357"/>
                      <a:pt x="1544" y="7278"/>
                    </a:cubicBezTo>
                    <a:cubicBezTo>
                      <a:pt x="1576" y="5136"/>
                      <a:pt x="3277" y="3434"/>
                      <a:pt x="5356" y="3434"/>
                    </a:cubicBezTo>
                    <a:close/>
                    <a:moveTo>
                      <a:pt x="4316" y="0"/>
                    </a:moveTo>
                    <a:cubicBezTo>
                      <a:pt x="3560" y="0"/>
                      <a:pt x="2930" y="631"/>
                      <a:pt x="2930" y="1387"/>
                    </a:cubicBezTo>
                    <a:cubicBezTo>
                      <a:pt x="2930" y="2143"/>
                      <a:pt x="3560" y="2773"/>
                      <a:pt x="4316" y="2773"/>
                    </a:cubicBezTo>
                    <a:lnTo>
                      <a:pt x="4316" y="2899"/>
                    </a:lnTo>
                    <a:cubicBezTo>
                      <a:pt x="3749" y="3025"/>
                      <a:pt x="3214" y="3277"/>
                      <a:pt x="2741" y="3592"/>
                    </a:cubicBezTo>
                    <a:lnTo>
                      <a:pt x="2269" y="3056"/>
                    </a:lnTo>
                    <a:lnTo>
                      <a:pt x="2521" y="2804"/>
                    </a:lnTo>
                    <a:cubicBezTo>
                      <a:pt x="2741" y="2678"/>
                      <a:pt x="2741" y="2458"/>
                      <a:pt x="2615" y="2332"/>
                    </a:cubicBezTo>
                    <a:lnTo>
                      <a:pt x="1702" y="1292"/>
                    </a:lnTo>
                    <a:cubicBezTo>
                      <a:pt x="1631" y="1203"/>
                      <a:pt x="1530" y="1165"/>
                      <a:pt x="1432" y="1165"/>
                    </a:cubicBezTo>
                    <a:cubicBezTo>
                      <a:pt x="1357" y="1165"/>
                      <a:pt x="1284" y="1188"/>
                      <a:pt x="1229" y="1229"/>
                    </a:cubicBezTo>
                    <a:lnTo>
                      <a:pt x="158" y="2143"/>
                    </a:lnTo>
                    <a:cubicBezTo>
                      <a:pt x="0" y="2269"/>
                      <a:pt x="0" y="2489"/>
                      <a:pt x="126" y="2615"/>
                    </a:cubicBezTo>
                    <a:lnTo>
                      <a:pt x="1040" y="3687"/>
                    </a:lnTo>
                    <a:cubicBezTo>
                      <a:pt x="1106" y="3770"/>
                      <a:pt x="1199" y="3809"/>
                      <a:pt x="1291" y="3809"/>
                    </a:cubicBezTo>
                    <a:cubicBezTo>
                      <a:pt x="1372" y="3809"/>
                      <a:pt x="1453" y="3778"/>
                      <a:pt x="1513" y="3718"/>
                    </a:cubicBezTo>
                    <a:lnTo>
                      <a:pt x="1796" y="3498"/>
                    </a:lnTo>
                    <a:lnTo>
                      <a:pt x="2269" y="4033"/>
                    </a:lnTo>
                    <a:cubicBezTo>
                      <a:pt x="1387" y="4852"/>
                      <a:pt x="882" y="6018"/>
                      <a:pt x="882" y="7278"/>
                    </a:cubicBezTo>
                    <a:cubicBezTo>
                      <a:pt x="882" y="9735"/>
                      <a:pt x="2899" y="11783"/>
                      <a:pt x="5356" y="11783"/>
                    </a:cubicBezTo>
                    <a:cubicBezTo>
                      <a:pt x="7845" y="11783"/>
                      <a:pt x="9861" y="9735"/>
                      <a:pt x="9861" y="7278"/>
                    </a:cubicBezTo>
                    <a:cubicBezTo>
                      <a:pt x="9861" y="6081"/>
                      <a:pt x="9389" y="4915"/>
                      <a:pt x="8475" y="4033"/>
                    </a:cubicBezTo>
                    <a:lnTo>
                      <a:pt x="8948" y="3498"/>
                    </a:lnTo>
                    <a:lnTo>
                      <a:pt x="9231" y="3718"/>
                    </a:lnTo>
                    <a:cubicBezTo>
                      <a:pt x="9306" y="3778"/>
                      <a:pt x="9387" y="3809"/>
                      <a:pt x="9465" y="3809"/>
                    </a:cubicBezTo>
                    <a:cubicBezTo>
                      <a:pt x="9553" y="3809"/>
                      <a:pt x="9637" y="3770"/>
                      <a:pt x="9704" y="3687"/>
                    </a:cubicBezTo>
                    <a:lnTo>
                      <a:pt x="10617" y="2615"/>
                    </a:lnTo>
                    <a:cubicBezTo>
                      <a:pt x="10712" y="2458"/>
                      <a:pt x="10712" y="2269"/>
                      <a:pt x="10554" y="2143"/>
                    </a:cubicBezTo>
                    <a:lnTo>
                      <a:pt x="9515" y="1229"/>
                    </a:lnTo>
                    <a:cubicBezTo>
                      <a:pt x="9446" y="1188"/>
                      <a:pt x="9365" y="1165"/>
                      <a:pt x="9288" y="1165"/>
                    </a:cubicBezTo>
                    <a:cubicBezTo>
                      <a:pt x="9189" y="1165"/>
                      <a:pt x="9095" y="1203"/>
                      <a:pt x="9042" y="1292"/>
                    </a:cubicBezTo>
                    <a:lnTo>
                      <a:pt x="8129" y="2332"/>
                    </a:lnTo>
                    <a:cubicBezTo>
                      <a:pt x="8003" y="2489"/>
                      <a:pt x="8003" y="2710"/>
                      <a:pt x="8160" y="2804"/>
                    </a:cubicBezTo>
                    <a:lnTo>
                      <a:pt x="8444" y="3056"/>
                    </a:lnTo>
                    <a:lnTo>
                      <a:pt x="7971" y="3592"/>
                    </a:lnTo>
                    <a:cubicBezTo>
                      <a:pt x="7498" y="3245"/>
                      <a:pt x="6931" y="3025"/>
                      <a:pt x="6396" y="2899"/>
                    </a:cubicBezTo>
                    <a:lnTo>
                      <a:pt x="6396" y="2773"/>
                    </a:lnTo>
                    <a:cubicBezTo>
                      <a:pt x="7152" y="2773"/>
                      <a:pt x="7782" y="2143"/>
                      <a:pt x="7782" y="1387"/>
                    </a:cubicBezTo>
                    <a:cubicBezTo>
                      <a:pt x="7782" y="631"/>
                      <a:pt x="7152" y="0"/>
                      <a:pt x="63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49" name="Google Shape;549;p24"/>
            <p:cNvSpPr txBox="1"/>
            <p:nvPr/>
          </p:nvSpPr>
          <p:spPr>
            <a:xfrm>
              <a:off x="6929864" y="2530603"/>
              <a:ext cx="18921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 b="1" dirty="0">
                  <a:solidFill>
                    <a:schemeClr val="accent3"/>
                  </a:solidFill>
                  <a:latin typeface="Fira Sans"/>
                  <a:ea typeface="Fira Sans"/>
                  <a:cs typeface="Fira Sans"/>
                  <a:sym typeface="Fira Sans"/>
                </a:rPr>
                <a:t>B</a:t>
              </a:r>
              <a:endParaRPr sz="2500" b="1" dirty="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grpSp>
        <p:nvGrpSpPr>
          <p:cNvPr id="550" name="Google Shape;550;p24"/>
          <p:cNvGrpSpPr/>
          <p:nvPr/>
        </p:nvGrpSpPr>
        <p:grpSpPr>
          <a:xfrm>
            <a:off x="4525446" y="2837668"/>
            <a:ext cx="4237764" cy="1910082"/>
            <a:chOff x="4525446" y="2837668"/>
            <a:chExt cx="4237764" cy="1910082"/>
          </a:xfrm>
        </p:grpSpPr>
        <p:sp>
          <p:nvSpPr>
            <p:cNvPr id="551" name="Google Shape;551;p24"/>
            <p:cNvSpPr/>
            <p:nvPr/>
          </p:nvSpPr>
          <p:spPr>
            <a:xfrm>
              <a:off x="5437751" y="3706416"/>
              <a:ext cx="1013229" cy="973190"/>
            </a:xfrm>
            <a:custGeom>
              <a:avLst/>
              <a:gdLst/>
              <a:ahLst/>
              <a:cxnLst/>
              <a:rect l="l" t="t" r="r" b="b"/>
              <a:pathLst>
                <a:path w="15563" h="14948" extrusionOk="0">
                  <a:moveTo>
                    <a:pt x="8906" y="1"/>
                  </a:moveTo>
                  <a:lnTo>
                    <a:pt x="6049" y="2888"/>
                  </a:lnTo>
                  <a:lnTo>
                    <a:pt x="2888" y="2888"/>
                  </a:lnTo>
                  <a:lnTo>
                    <a:pt x="2888" y="6019"/>
                  </a:lnTo>
                  <a:lnTo>
                    <a:pt x="0" y="8906"/>
                  </a:lnTo>
                  <a:lnTo>
                    <a:pt x="4225" y="13101"/>
                  </a:lnTo>
                  <a:cubicBezTo>
                    <a:pt x="5441" y="14332"/>
                    <a:pt x="7052" y="14948"/>
                    <a:pt x="8663" y="14948"/>
                  </a:cubicBezTo>
                  <a:cubicBezTo>
                    <a:pt x="10274" y="14948"/>
                    <a:pt x="11885" y="14332"/>
                    <a:pt x="13101" y="13101"/>
                  </a:cubicBezTo>
                  <a:cubicBezTo>
                    <a:pt x="15563" y="10639"/>
                    <a:pt x="15563" y="6657"/>
                    <a:pt x="13101" y="4195"/>
                  </a:cubicBezTo>
                  <a:lnTo>
                    <a:pt x="890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4"/>
            <p:cNvSpPr/>
            <p:nvPr/>
          </p:nvSpPr>
          <p:spPr>
            <a:xfrm>
              <a:off x="4525446" y="3803356"/>
              <a:ext cx="1015247" cy="469407"/>
            </a:xfrm>
            <a:custGeom>
              <a:avLst/>
              <a:gdLst/>
              <a:ahLst/>
              <a:cxnLst/>
              <a:rect l="l" t="t" r="r" b="b"/>
              <a:pathLst>
                <a:path w="15594" h="7210" extrusionOk="0">
                  <a:moveTo>
                    <a:pt x="14439" y="1"/>
                  </a:moveTo>
                  <a:cubicBezTo>
                    <a:pt x="10715" y="3549"/>
                    <a:pt x="5747" y="5541"/>
                    <a:pt x="625" y="5541"/>
                  </a:cubicBezTo>
                  <a:cubicBezTo>
                    <a:pt x="438" y="5541"/>
                    <a:pt x="250" y="5538"/>
                    <a:pt x="62" y="5533"/>
                  </a:cubicBezTo>
                  <a:lnTo>
                    <a:pt x="1" y="7205"/>
                  </a:lnTo>
                  <a:cubicBezTo>
                    <a:pt x="155" y="7208"/>
                    <a:pt x="310" y="7210"/>
                    <a:pt x="464" y="7210"/>
                  </a:cubicBezTo>
                  <a:cubicBezTo>
                    <a:pt x="6076" y="7210"/>
                    <a:pt x="11512" y="5062"/>
                    <a:pt x="15594" y="1186"/>
                  </a:cubicBezTo>
                  <a:lnTo>
                    <a:pt x="1443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4"/>
            <p:cNvSpPr/>
            <p:nvPr/>
          </p:nvSpPr>
          <p:spPr>
            <a:xfrm>
              <a:off x="5465420" y="2885194"/>
              <a:ext cx="516608" cy="995455"/>
            </a:xfrm>
            <a:custGeom>
              <a:avLst/>
              <a:gdLst/>
              <a:ahLst/>
              <a:cxnLst/>
              <a:rect l="l" t="t" r="r" b="b"/>
              <a:pathLst>
                <a:path w="7935" h="15290" extrusionOk="0">
                  <a:moveTo>
                    <a:pt x="6293" y="0"/>
                  </a:moveTo>
                  <a:cubicBezTo>
                    <a:pt x="6232" y="2614"/>
                    <a:pt x="5655" y="5289"/>
                    <a:pt x="4500" y="7812"/>
                  </a:cubicBezTo>
                  <a:cubicBezTo>
                    <a:pt x="3375" y="10244"/>
                    <a:pt x="1855" y="12371"/>
                    <a:pt x="1" y="14104"/>
                  </a:cubicBezTo>
                  <a:lnTo>
                    <a:pt x="1156" y="15289"/>
                  </a:lnTo>
                  <a:cubicBezTo>
                    <a:pt x="3132" y="13405"/>
                    <a:pt x="4803" y="11125"/>
                    <a:pt x="5989" y="8481"/>
                  </a:cubicBezTo>
                  <a:cubicBezTo>
                    <a:pt x="7235" y="5745"/>
                    <a:pt x="7873" y="2888"/>
                    <a:pt x="7934" y="31"/>
                  </a:cubicBezTo>
                  <a:lnTo>
                    <a:pt x="62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4"/>
            <p:cNvSpPr/>
            <p:nvPr/>
          </p:nvSpPr>
          <p:spPr>
            <a:xfrm>
              <a:off x="4574925" y="2837668"/>
              <a:ext cx="1130027" cy="1130158"/>
            </a:xfrm>
            <a:custGeom>
              <a:avLst/>
              <a:gdLst/>
              <a:ahLst/>
              <a:cxnLst/>
              <a:rect l="l" t="t" r="r" b="b"/>
              <a:pathLst>
                <a:path w="17357" h="17359" extrusionOk="0">
                  <a:moveTo>
                    <a:pt x="1" y="1"/>
                  </a:moveTo>
                  <a:lnTo>
                    <a:pt x="1" y="17357"/>
                  </a:lnTo>
                  <a:cubicBezTo>
                    <a:pt x="76" y="17358"/>
                    <a:pt x="151" y="17358"/>
                    <a:pt x="227" y="17358"/>
                  </a:cubicBezTo>
                  <a:cubicBezTo>
                    <a:pt x="4586" y="17358"/>
                    <a:pt x="8843" y="15628"/>
                    <a:pt x="12220" y="12341"/>
                  </a:cubicBezTo>
                  <a:cubicBezTo>
                    <a:pt x="15624" y="8998"/>
                    <a:pt x="17326" y="4439"/>
                    <a:pt x="173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4"/>
            <p:cNvSpPr txBox="1"/>
            <p:nvPr/>
          </p:nvSpPr>
          <p:spPr>
            <a:xfrm>
              <a:off x="5629950" y="4013450"/>
              <a:ext cx="743100" cy="52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bg1"/>
                  </a:solidFill>
                  <a:latin typeface="Fira Sans"/>
                  <a:ea typeface="Fira Sans"/>
                  <a:cs typeface="Fira Sans"/>
                  <a:sym typeface="Fira Sans"/>
                </a:rPr>
                <a:t>D</a:t>
              </a:r>
              <a:endParaRPr sz="3000" b="1" dirty="0">
                <a:solidFill>
                  <a:schemeClr val="bg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56" name="Google Shape;556;p24"/>
            <p:cNvSpPr txBox="1"/>
            <p:nvPr/>
          </p:nvSpPr>
          <p:spPr>
            <a:xfrm>
              <a:off x="6799500" y="4128250"/>
              <a:ext cx="1887300" cy="61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557" name="Google Shape;557;p24"/>
            <p:cNvSpPr txBox="1"/>
            <p:nvPr/>
          </p:nvSpPr>
          <p:spPr>
            <a:xfrm>
              <a:off x="5962874" y="3326511"/>
              <a:ext cx="2800336" cy="20451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b="1" dirty="0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rPr>
                <a:t>Estrategia de Defensiva</a:t>
              </a:r>
              <a:endParaRPr b="1" dirty="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grpSp>
          <p:nvGrpSpPr>
            <p:cNvPr id="558" name="Google Shape;558;p24"/>
            <p:cNvGrpSpPr/>
            <p:nvPr/>
          </p:nvGrpSpPr>
          <p:grpSpPr>
            <a:xfrm>
              <a:off x="4832927" y="3110087"/>
              <a:ext cx="422079" cy="420939"/>
              <a:chOff x="3962775" y="2683025"/>
              <a:chExt cx="296175" cy="295375"/>
            </a:xfrm>
          </p:grpSpPr>
          <p:sp>
            <p:nvSpPr>
              <p:cNvPr id="559" name="Google Shape;559;p24"/>
              <p:cNvSpPr/>
              <p:nvPr/>
            </p:nvSpPr>
            <p:spPr>
              <a:xfrm>
                <a:off x="3962775" y="2838200"/>
                <a:ext cx="296175" cy="14020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5608" extrusionOk="0">
                    <a:moveTo>
                      <a:pt x="3530" y="3466"/>
                    </a:moveTo>
                    <a:lnTo>
                      <a:pt x="3530" y="4883"/>
                    </a:lnTo>
                    <a:lnTo>
                      <a:pt x="757" y="4883"/>
                    </a:lnTo>
                    <a:lnTo>
                      <a:pt x="757" y="3466"/>
                    </a:lnTo>
                    <a:close/>
                    <a:moveTo>
                      <a:pt x="7688" y="725"/>
                    </a:moveTo>
                    <a:lnTo>
                      <a:pt x="7688" y="4883"/>
                    </a:lnTo>
                    <a:lnTo>
                      <a:pt x="4223" y="4883"/>
                    </a:lnTo>
                    <a:lnTo>
                      <a:pt x="4223" y="725"/>
                    </a:lnTo>
                    <a:close/>
                    <a:moveTo>
                      <a:pt x="11185" y="2111"/>
                    </a:moveTo>
                    <a:lnTo>
                      <a:pt x="11185" y="4883"/>
                    </a:lnTo>
                    <a:lnTo>
                      <a:pt x="8381" y="4883"/>
                    </a:lnTo>
                    <a:lnTo>
                      <a:pt x="8381" y="2111"/>
                    </a:lnTo>
                    <a:close/>
                    <a:moveTo>
                      <a:pt x="3845" y="0"/>
                    </a:moveTo>
                    <a:cubicBezTo>
                      <a:pt x="3656" y="0"/>
                      <a:pt x="3498" y="158"/>
                      <a:pt x="3498" y="378"/>
                    </a:cubicBezTo>
                    <a:lnTo>
                      <a:pt x="3498" y="2804"/>
                    </a:lnTo>
                    <a:lnTo>
                      <a:pt x="348" y="2804"/>
                    </a:lnTo>
                    <a:cubicBezTo>
                      <a:pt x="158" y="2804"/>
                      <a:pt x="1" y="2962"/>
                      <a:pt x="1" y="3151"/>
                    </a:cubicBezTo>
                    <a:lnTo>
                      <a:pt x="1" y="5261"/>
                    </a:lnTo>
                    <a:cubicBezTo>
                      <a:pt x="1" y="5450"/>
                      <a:pt x="158" y="5608"/>
                      <a:pt x="348" y="5608"/>
                    </a:cubicBezTo>
                    <a:lnTo>
                      <a:pt x="11500" y="5608"/>
                    </a:lnTo>
                    <a:cubicBezTo>
                      <a:pt x="11689" y="5608"/>
                      <a:pt x="11847" y="5450"/>
                      <a:pt x="11847" y="5261"/>
                    </a:cubicBezTo>
                    <a:lnTo>
                      <a:pt x="11847" y="1733"/>
                    </a:lnTo>
                    <a:cubicBezTo>
                      <a:pt x="11847" y="1544"/>
                      <a:pt x="11689" y="1386"/>
                      <a:pt x="11532" y="1386"/>
                    </a:cubicBezTo>
                    <a:lnTo>
                      <a:pt x="8381" y="1386"/>
                    </a:lnTo>
                    <a:lnTo>
                      <a:pt x="8381" y="378"/>
                    </a:lnTo>
                    <a:cubicBezTo>
                      <a:pt x="8381" y="158"/>
                      <a:pt x="8224" y="0"/>
                      <a:pt x="80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24"/>
              <p:cNvSpPr/>
              <p:nvPr/>
            </p:nvSpPr>
            <p:spPr>
              <a:xfrm>
                <a:off x="4051000" y="2683025"/>
                <a:ext cx="122100" cy="138650"/>
              </a:xfrm>
              <a:custGeom>
                <a:avLst/>
                <a:gdLst/>
                <a:ahLst/>
                <a:cxnLst/>
                <a:rect l="l" t="t" r="r" b="b"/>
                <a:pathLst>
                  <a:path w="4884" h="5546" extrusionOk="0">
                    <a:moveTo>
                      <a:pt x="2426" y="662"/>
                    </a:moveTo>
                    <a:cubicBezTo>
                      <a:pt x="2804" y="662"/>
                      <a:pt x="3120" y="977"/>
                      <a:pt x="3120" y="1387"/>
                    </a:cubicBezTo>
                    <a:cubicBezTo>
                      <a:pt x="3120" y="1765"/>
                      <a:pt x="2804" y="2080"/>
                      <a:pt x="2426" y="2080"/>
                    </a:cubicBezTo>
                    <a:cubicBezTo>
                      <a:pt x="2017" y="2080"/>
                      <a:pt x="1702" y="1765"/>
                      <a:pt x="1702" y="1387"/>
                    </a:cubicBezTo>
                    <a:cubicBezTo>
                      <a:pt x="1702" y="977"/>
                      <a:pt x="2017" y="662"/>
                      <a:pt x="2426" y="662"/>
                    </a:cubicBezTo>
                    <a:close/>
                    <a:moveTo>
                      <a:pt x="2426" y="2742"/>
                    </a:moveTo>
                    <a:cubicBezTo>
                      <a:pt x="3340" y="2742"/>
                      <a:pt x="4128" y="3529"/>
                      <a:pt x="4128" y="4474"/>
                    </a:cubicBezTo>
                    <a:lnTo>
                      <a:pt x="4128" y="4852"/>
                    </a:lnTo>
                    <a:lnTo>
                      <a:pt x="694" y="4852"/>
                    </a:lnTo>
                    <a:lnTo>
                      <a:pt x="694" y="4474"/>
                    </a:lnTo>
                    <a:cubicBezTo>
                      <a:pt x="694" y="3498"/>
                      <a:pt x="1481" y="2742"/>
                      <a:pt x="2426" y="2742"/>
                    </a:cubicBezTo>
                    <a:close/>
                    <a:moveTo>
                      <a:pt x="2489" y="1"/>
                    </a:moveTo>
                    <a:cubicBezTo>
                      <a:pt x="1733" y="1"/>
                      <a:pt x="1103" y="631"/>
                      <a:pt x="1103" y="1387"/>
                    </a:cubicBezTo>
                    <a:cubicBezTo>
                      <a:pt x="1103" y="1733"/>
                      <a:pt x="1229" y="2049"/>
                      <a:pt x="1450" y="2269"/>
                    </a:cubicBezTo>
                    <a:cubicBezTo>
                      <a:pt x="568" y="2679"/>
                      <a:pt x="1" y="3498"/>
                      <a:pt x="1" y="4474"/>
                    </a:cubicBezTo>
                    <a:lnTo>
                      <a:pt x="1" y="5199"/>
                    </a:lnTo>
                    <a:cubicBezTo>
                      <a:pt x="1" y="5388"/>
                      <a:pt x="158" y="5546"/>
                      <a:pt x="379" y="5546"/>
                    </a:cubicBezTo>
                    <a:lnTo>
                      <a:pt x="4537" y="5546"/>
                    </a:lnTo>
                    <a:cubicBezTo>
                      <a:pt x="4726" y="5546"/>
                      <a:pt x="4884" y="5388"/>
                      <a:pt x="4884" y="5199"/>
                    </a:cubicBezTo>
                    <a:lnTo>
                      <a:pt x="4884" y="4474"/>
                    </a:lnTo>
                    <a:cubicBezTo>
                      <a:pt x="4884" y="3498"/>
                      <a:pt x="4348" y="2679"/>
                      <a:pt x="3529" y="2269"/>
                    </a:cubicBezTo>
                    <a:cubicBezTo>
                      <a:pt x="3750" y="2049"/>
                      <a:pt x="3876" y="1733"/>
                      <a:pt x="3876" y="1387"/>
                    </a:cubicBezTo>
                    <a:cubicBezTo>
                      <a:pt x="3876" y="631"/>
                      <a:pt x="3246" y="1"/>
                      <a:pt x="248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24"/>
              <p:cNvSpPr/>
              <p:nvPr/>
            </p:nvSpPr>
            <p:spPr>
              <a:xfrm>
                <a:off x="4084875" y="2873200"/>
                <a:ext cx="52800" cy="6977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791" extrusionOk="0">
                    <a:moveTo>
                      <a:pt x="1095" y="0"/>
                    </a:moveTo>
                    <a:cubicBezTo>
                      <a:pt x="1001" y="0"/>
                      <a:pt x="903" y="28"/>
                      <a:pt x="819" y="112"/>
                    </a:cubicBezTo>
                    <a:lnTo>
                      <a:pt x="126" y="805"/>
                    </a:lnTo>
                    <a:cubicBezTo>
                      <a:pt x="0" y="931"/>
                      <a:pt x="0" y="1184"/>
                      <a:pt x="126" y="1278"/>
                    </a:cubicBezTo>
                    <a:cubicBezTo>
                      <a:pt x="205" y="1341"/>
                      <a:pt x="292" y="1373"/>
                      <a:pt x="378" y="1373"/>
                    </a:cubicBezTo>
                    <a:cubicBezTo>
                      <a:pt x="465" y="1373"/>
                      <a:pt x="552" y="1341"/>
                      <a:pt x="630" y="1278"/>
                    </a:cubicBezTo>
                    <a:lnTo>
                      <a:pt x="756" y="1184"/>
                    </a:lnTo>
                    <a:lnTo>
                      <a:pt x="756" y="2066"/>
                    </a:lnTo>
                    <a:lnTo>
                      <a:pt x="378" y="2066"/>
                    </a:lnTo>
                    <a:cubicBezTo>
                      <a:pt x="189" y="2066"/>
                      <a:pt x="32" y="2223"/>
                      <a:pt x="32" y="2444"/>
                    </a:cubicBezTo>
                    <a:cubicBezTo>
                      <a:pt x="32" y="2633"/>
                      <a:pt x="189" y="2790"/>
                      <a:pt x="378" y="2790"/>
                    </a:cubicBezTo>
                    <a:lnTo>
                      <a:pt x="1765" y="2790"/>
                    </a:lnTo>
                    <a:cubicBezTo>
                      <a:pt x="1954" y="2790"/>
                      <a:pt x="2111" y="2633"/>
                      <a:pt x="2111" y="2444"/>
                    </a:cubicBezTo>
                    <a:cubicBezTo>
                      <a:pt x="2111" y="2223"/>
                      <a:pt x="1954" y="2066"/>
                      <a:pt x="1765" y="2066"/>
                    </a:cubicBezTo>
                    <a:lnTo>
                      <a:pt x="1418" y="2066"/>
                    </a:lnTo>
                    <a:lnTo>
                      <a:pt x="1418" y="333"/>
                    </a:lnTo>
                    <a:cubicBezTo>
                      <a:pt x="1418" y="175"/>
                      <a:pt x="1323" y="81"/>
                      <a:pt x="1229" y="18"/>
                    </a:cubicBezTo>
                    <a:cubicBezTo>
                      <a:pt x="1187" y="7"/>
                      <a:pt x="1141" y="0"/>
                      <a:pt x="10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2" name="Google Shape;562;p24"/>
            <p:cNvSpPr txBox="1"/>
            <p:nvPr/>
          </p:nvSpPr>
          <p:spPr>
            <a:xfrm>
              <a:off x="6871110" y="3019844"/>
              <a:ext cx="18921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300" b="1" dirty="0">
                  <a:solidFill>
                    <a:schemeClr val="accent2"/>
                  </a:solidFill>
                  <a:latin typeface="Fira Sans"/>
                  <a:ea typeface="Fira Sans"/>
                  <a:cs typeface="Fira Sans"/>
                  <a:sym typeface="Fira Sans"/>
                </a:rPr>
                <a:t>C</a:t>
              </a:r>
              <a:endParaRPr sz="2500" b="1" dirty="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E7A84F61-2ECA-C840-EC8E-A78D1BD9868D}"/>
              </a:ext>
            </a:extLst>
          </p:cNvPr>
          <p:cNvSpPr txBox="1"/>
          <p:nvPr/>
        </p:nvSpPr>
        <p:spPr>
          <a:xfrm>
            <a:off x="6151006" y="3594499"/>
            <a:ext cx="2919720" cy="1094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9580">
              <a:lnSpc>
                <a:spcPct val="107000"/>
              </a:lnSpc>
              <a:spcAft>
                <a:spcPts val="800"/>
              </a:spcAft>
            </a:pPr>
            <a:r>
              <a:rPr lang="es-419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7) Diversificar la base de proveedores para reducir la dependencia de proveedores internos y externos. </a:t>
            </a: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es-419" sz="11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8) Estrategia de outsourcing en productos aceros abocados al sector minero.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ECAF6EE-7D38-132A-79D6-1103C5C28807}"/>
              </a:ext>
            </a:extLst>
          </p:cNvPr>
          <p:cNvSpPr/>
          <p:nvPr/>
        </p:nvSpPr>
        <p:spPr>
          <a:xfrm>
            <a:off x="0" y="236220"/>
            <a:ext cx="2217420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CAPÍTULO IV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426EE81-B99F-8CD0-89DF-C62569E63FD4}"/>
              </a:ext>
            </a:extLst>
          </p:cNvPr>
          <p:cNvSpPr/>
          <p:nvPr/>
        </p:nvSpPr>
        <p:spPr>
          <a:xfrm>
            <a:off x="2217420" y="236220"/>
            <a:ext cx="6926580" cy="35814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Estrategias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Letras en madera">
  <a:themeElements>
    <a:clrScheme name="Letras en madera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Letras en madera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Letras en madera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5819423F209F345ADCF41F0F058452A" ma:contentTypeVersion="10" ma:contentTypeDescription="Crear nuevo documento." ma:contentTypeScope="" ma:versionID="bd12cf3e617a79f9cdf2485fe2fb48c6">
  <xsd:schema xmlns:xsd="http://www.w3.org/2001/XMLSchema" xmlns:xs="http://www.w3.org/2001/XMLSchema" xmlns:p="http://schemas.microsoft.com/office/2006/metadata/properties" xmlns:ns3="d790adfa-7ffc-46a2-8907-9e9f60db9381" xmlns:ns4="4efc03a2-3c5c-402e-85ad-57659741a427" targetNamespace="http://schemas.microsoft.com/office/2006/metadata/properties" ma:root="true" ma:fieldsID="a39b635379363673bdebd9eae0aeff51" ns3:_="" ns4:_="">
    <xsd:import namespace="d790adfa-7ffc-46a2-8907-9e9f60db9381"/>
    <xsd:import namespace="4efc03a2-3c5c-402e-85ad-57659741a42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90adfa-7ffc-46a2-8907-9e9f60db93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fc03a2-3c5c-402e-85ad-57659741a42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790adfa-7ffc-46a2-8907-9e9f60db9381" xsi:nil="true"/>
  </documentManagement>
</p:properties>
</file>

<file path=customXml/itemProps1.xml><?xml version="1.0" encoding="utf-8"?>
<ds:datastoreItem xmlns:ds="http://schemas.openxmlformats.org/officeDocument/2006/customXml" ds:itemID="{B087AE9A-D92D-4052-96A7-37B8728888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006260-2C0E-4691-A92D-F718F1CC42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90adfa-7ffc-46a2-8907-9e9f60db9381"/>
    <ds:schemaRef ds:uri="4efc03a2-3c5c-402e-85ad-57659741a4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305E8C-86A3-4CFE-B4D4-0FDE71FAA880}">
  <ds:schemaRefs>
    <ds:schemaRef ds:uri="4efc03a2-3c5c-402e-85ad-57659741a427"/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d790adfa-7ffc-46a2-8907-9e9f60db9381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786</Words>
  <Application>Microsoft Office PowerPoint</Application>
  <PresentationFormat>Presentación en pantalla (16:9)</PresentationFormat>
  <Paragraphs>187</Paragraphs>
  <Slides>33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5" baseType="lpstr">
      <vt:lpstr>Calibri</vt:lpstr>
      <vt:lpstr>Rockwell</vt:lpstr>
      <vt:lpstr>Arial</vt:lpstr>
      <vt:lpstr>Aptos</vt:lpstr>
      <vt:lpstr>Rockwell Condensed</vt:lpstr>
      <vt:lpstr>Fira Sans</vt:lpstr>
      <vt:lpstr>Rockwell Extra Bold</vt:lpstr>
      <vt:lpstr>Wingdings</vt:lpstr>
      <vt:lpstr>Times New Roman</vt:lpstr>
      <vt:lpstr>Abadi</vt:lpstr>
      <vt:lpstr>Abadi Extra Light</vt:lpstr>
      <vt:lpstr>Letras en madera</vt:lpstr>
      <vt:lpstr>Empresa siderúrgica del Perú s.a.a.</vt:lpstr>
      <vt:lpstr>Presentación de PowerPoint</vt:lpstr>
      <vt:lpstr>Presentación de PowerPoint</vt:lpstr>
      <vt:lpstr>Presentación de PowerPoint</vt:lpstr>
      <vt:lpstr>Mercados atendidos</vt:lpstr>
      <vt:lpstr>Presentación de PowerPoint</vt:lpstr>
      <vt:lpstr>Planeamiento financiero</vt:lpstr>
      <vt:lpstr>Pronóstico financiero</vt:lpstr>
      <vt:lpstr>Presentación de PowerPoint</vt:lpstr>
      <vt:lpstr>Presentación de PowerPoint</vt:lpstr>
      <vt:lpstr>Presentación de PowerPoint</vt:lpstr>
      <vt:lpstr>Presupuesto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control FINANCIERO</vt:lpstr>
      <vt:lpstr>Presentación de PowerPoint</vt:lpstr>
      <vt:lpstr>Presentación de PowerPoint</vt:lpstr>
      <vt:lpstr>CONTROL PRESUPUESTAL</vt:lpstr>
      <vt:lpstr>Presentación de PowerPoint</vt:lpstr>
      <vt:lpstr>conclusiones</vt:lpstr>
      <vt:lpstr>RECOMENDACIón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Empresa siderúrgica del Perú s.a.a.</dc:title>
  <dc:creator>Carlos Gabriel Caballero Reyes</dc:creator>
  <cp:lastModifiedBy>Carlos Gabriel Caballero Reyes</cp:lastModifiedBy>
  <cp:revision>8</cp:revision>
  <dcterms:modified xsi:type="dcterms:W3CDTF">2024-07-04T23:00:46Z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0x010100A5819423F209F345ADCF41F0F058452A</vt:lpwstr>
  </property>
</Properties>
</file>